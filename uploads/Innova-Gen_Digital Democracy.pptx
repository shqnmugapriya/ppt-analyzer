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8DFF"/>
    <a:srgbClr val="123B6B"/>
    <a:srgbClr val="070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85490-7AF9-4144-89C9-7A9E59E5C032}" v="550" dt="2026-03-01T06:23:37.723"/>
    <p1510:client id="{9C266173-2B1D-47DC-B244-C5D4BC90E350}" v="225" dt="2026-03-01T17:14:33.443"/>
    <p1510:client id="{CE4F3B00-49F4-46D7-9E47-D176EBB9891E}" v="535" dt="2026-03-01T16:39:58.969"/>
    <p1510:client id="{F2CE8F11-667A-4E94-BE7D-3892FC241D07}" v="841" dt="2026-03-01T09:49:40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mugapriya S" userId="4de1e44f8bc91e21" providerId="Windows Live" clId="Web-{61E85490-7AF9-4144-89C9-7A9E59E5C032}"/>
    <pc:docChg chg="mod addSld modSld addMainMaster delMainMaster modMainMaster">
      <pc:chgData name="Shanmugapriya S" userId="4de1e44f8bc91e21" providerId="Windows Live" clId="Web-{61E85490-7AF9-4144-89C9-7A9E59E5C032}" dt="2026-03-01T06:23:37.723" v="516" actId="20577"/>
      <pc:docMkLst>
        <pc:docMk/>
      </pc:docMkLst>
      <pc:sldChg chg="addSp delSp modSp mod setBg modClrScheme chgLayout">
        <pc:chgData name="Shanmugapriya S" userId="4de1e44f8bc91e21" providerId="Windows Live" clId="Web-{61E85490-7AF9-4144-89C9-7A9E59E5C032}" dt="2026-03-01T06:04:39.383" v="352" actId="20577"/>
        <pc:sldMkLst>
          <pc:docMk/>
          <pc:sldMk cId="109857222" sldId="256"/>
        </pc:sldMkLst>
        <pc:spChg chg="mod ord">
          <ac:chgData name="Shanmugapriya S" userId="4de1e44f8bc91e21" providerId="Windows Live" clId="Web-{61E85490-7AF9-4144-89C9-7A9E59E5C032}" dt="2026-03-01T05:53:59.136" v="189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nmugapriya S" userId="4de1e44f8bc91e21" providerId="Windows Live" clId="Web-{61E85490-7AF9-4144-89C9-7A9E59E5C032}" dt="2026-03-01T06:04:39.383" v="352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hanmugapriya S" userId="4de1e44f8bc91e21" providerId="Windows Live" clId="Web-{61E85490-7AF9-4144-89C9-7A9E59E5C032}" dt="2026-03-01T05:49:21.928" v="53"/>
          <ac:spMkLst>
            <pc:docMk/>
            <pc:sldMk cId="109857222" sldId="256"/>
            <ac:spMk id="5" creationId="{3F5741C4-5928-3020-789A-CA27BDAE6A62}"/>
          </ac:spMkLst>
        </pc:spChg>
        <pc:spChg chg="add del">
          <ac:chgData name="Shanmugapriya S" userId="4de1e44f8bc91e21" providerId="Windows Live" clId="Web-{61E85490-7AF9-4144-89C9-7A9E59E5C032}" dt="2026-03-01T05:51:06.055" v="91"/>
          <ac:spMkLst>
            <pc:docMk/>
            <pc:sldMk cId="109857222" sldId="256"/>
            <ac:spMk id="6" creationId="{1AE6ADCA-5E71-7961-1405-0A458619BF31}"/>
          </ac:spMkLst>
        </pc:spChg>
        <pc:spChg chg="add del">
          <ac:chgData name="Shanmugapriya S" userId="4de1e44f8bc91e21" providerId="Windows Live" clId="Web-{61E85490-7AF9-4144-89C9-7A9E59E5C032}" dt="2026-03-01T05:51:12.118" v="93"/>
          <ac:spMkLst>
            <pc:docMk/>
            <pc:sldMk cId="109857222" sldId="256"/>
            <ac:spMk id="7" creationId="{9C2FD2E0-F4A6-8D8A-BEE2-E22637DE44DB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8" creationId="{6F5A5072-7B47-4D32-B52A-4EBBF590B8A5}"/>
          </ac:spMkLst>
        </pc:spChg>
        <pc:spChg chg="add del mod">
          <ac:chgData name="Shanmugapriya S" userId="4de1e44f8bc91e21" providerId="Windows Live" clId="Web-{61E85490-7AF9-4144-89C9-7A9E59E5C032}" dt="2026-03-01T05:51:26.728" v="98"/>
          <ac:spMkLst>
            <pc:docMk/>
            <pc:sldMk cId="109857222" sldId="256"/>
            <ac:spMk id="9" creationId="{9A3430ED-9870-5B4C-1CFD-A4F8D1D9A25B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10" creationId="{9715DAF0-AE1B-46C9-8A6B-DB2AA05AB91D}"/>
          </ac:spMkLst>
        </pc:spChg>
        <pc:spChg chg="add del">
          <ac:chgData name="Shanmugapriya S" userId="4de1e44f8bc91e21" providerId="Windows Live" clId="Web-{61E85490-7AF9-4144-89C9-7A9E59E5C032}" dt="2026-03-01T05:51:37.243" v="100"/>
          <ac:spMkLst>
            <pc:docMk/>
            <pc:sldMk cId="109857222" sldId="256"/>
            <ac:spMk id="11" creationId="{0FE3DC78-7F8B-A7FA-4699-C3814B98116E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12" creationId="{6016219D-510E-4184-9090-6D5578A87BD1}"/>
          </ac:spMkLst>
        </pc:spChg>
        <pc:spChg chg="add del mod">
          <ac:chgData name="Shanmugapriya S" userId="4de1e44f8bc91e21" providerId="Windows Live" clId="Web-{61E85490-7AF9-4144-89C9-7A9E59E5C032}" dt="2026-03-01T05:51:48.400" v="103"/>
          <ac:spMkLst>
            <pc:docMk/>
            <pc:sldMk cId="109857222" sldId="256"/>
            <ac:spMk id="13" creationId="{45946D3D-D1EA-7774-D9B6-7461B49130AB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14" creationId="{AFF4A713-7B75-4B21-90D7-5AB19547C728}"/>
          </ac:spMkLst>
        </pc:spChg>
        <pc:spChg chg="add del mod">
          <ac:chgData name="Shanmugapriya S" userId="4de1e44f8bc91e21" providerId="Windows Live" clId="Web-{61E85490-7AF9-4144-89C9-7A9E59E5C032}" dt="2026-03-01T05:53:35.105" v="183"/>
          <ac:spMkLst>
            <pc:docMk/>
            <pc:sldMk cId="109857222" sldId="256"/>
            <ac:spMk id="15" creationId="{9B30E765-FD9E-8CE5-6E75-BDACE4DD1639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Shanmugapriya S" userId="4de1e44f8bc91e21" providerId="Windows Live" clId="Web-{61E85490-7AF9-4144-89C9-7A9E59E5C032}" dt="2026-03-01T05:43:38.947" v="10"/>
          <ac:spMkLst>
            <pc:docMk/>
            <pc:sldMk cId="109857222" sldId="256"/>
            <ac:spMk id="18" creationId="{C29501E6-A978-4A61-9689-9085AF97A53A}"/>
          </ac:spMkLst>
        </pc:spChg>
        <pc:graphicFrameChg chg="add del">
          <ac:chgData name="Shanmugapriya S" userId="4de1e44f8bc91e21" providerId="Windows Live" clId="Web-{61E85490-7AF9-4144-89C9-7A9E59E5C032}" dt="2026-03-01T05:49:16.381" v="51"/>
          <ac:graphicFrameMkLst>
            <pc:docMk/>
            <pc:sldMk cId="109857222" sldId="256"/>
            <ac:graphicFrameMk id="4" creationId="{14E40608-CBE7-04D6-EA7A-3607B19ECF1F}"/>
          </ac:graphicFrameMkLst>
        </pc:graphicFrameChg>
      </pc:sldChg>
      <pc:sldChg chg="modSp new mod setBg modClrScheme chgLayout">
        <pc:chgData name="Shanmugapriya S" userId="4de1e44f8bc91e21" providerId="Windows Live" clId="Web-{61E85490-7AF9-4144-89C9-7A9E59E5C032}" dt="2026-03-01T06:23:37.723" v="516" actId="20577"/>
        <pc:sldMkLst>
          <pc:docMk/>
          <pc:sldMk cId="3217051161" sldId="257"/>
        </pc:sldMkLst>
        <pc:spChg chg="mod ord">
          <ac:chgData name="Shanmugapriya S" userId="4de1e44f8bc91e21" providerId="Windows Live" clId="Web-{61E85490-7AF9-4144-89C9-7A9E59E5C032}" dt="2026-03-01T06:06:29.839" v="375" actId="20577"/>
          <ac:spMkLst>
            <pc:docMk/>
            <pc:sldMk cId="3217051161" sldId="257"/>
            <ac:spMk id="2" creationId="{85CB7E52-870B-DB65-630F-638D7419A240}"/>
          </ac:spMkLst>
        </pc:spChg>
        <pc:spChg chg="mod ord">
          <ac:chgData name="Shanmugapriya S" userId="4de1e44f8bc91e21" providerId="Windows Live" clId="Web-{61E85490-7AF9-4144-89C9-7A9E59E5C032}" dt="2026-03-01T06:23:37.723" v="516" actId="20577"/>
          <ac:spMkLst>
            <pc:docMk/>
            <pc:sldMk cId="3217051161" sldId="257"/>
            <ac:spMk id="3" creationId="{2B1E49F3-DC89-4133-3897-17B234549C0B}"/>
          </ac:spMkLst>
        </pc:spChg>
      </pc:sldChg>
      <pc:sldChg chg="modSp new mod setBg modClrScheme chgLayout">
        <pc:chgData name="Shanmugapriya S" userId="4de1e44f8bc91e21" providerId="Windows Live" clId="Web-{61E85490-7AF9-4144-89C9-7A9E59E5C032}" dt="2026-03-01T06:11:11.797" v="405" actId="20577"/>
        <pc:sldMkLst>
          <pc:docMk/>
          <pc:sldMk cId="500526338" sldId="258"/>
        </pc:sldMkLst>
        <pc:spChg chg="mod ord">
          <ac:chgData name="Shanmugapriya S" userId="4de1e44f8bc91e21" providerId="Windows Live" clId="Web-{61E85490-7AF9-4144-89C9-7A9E59E5C032}" dt="2026-03-01T06:09:42.140" v="388" actId="20577"/>
          <ac:spMkLst>
            <pc:docMk/>
            <pc:sldMk cId="500526338" sldId="258"/>
            <ac:spMk id="2" creationId="{3759F6F5-AF66-3A27-EFF7-5DD7A890E085}"/>
          </ac:spMkLst>
        </pc:spChg>
        <pc:spChg chg="mod ord">
          <ac:chgData name="Shanmugapriya S" userId="4de1e44f8bc91e21" providerId="Windows Live" clId="Web-{61E85490-7AF9-4144-89C9-7A9E59E5C032}" dt="2026-03-01T06:11:11.797" v="405" actId="20577"/>
          <ac:spMkLst>
            <pc:docMk/>
            <pc:sldMk cId="500526338" sldId="258"/>
            <ac:spMk id="3" creationId="{66EFA624-E273-F384-9CE2-8FF056EB2EB4}"/>
          </ac:spMkLst>
        </pc:spChg>
      </pc:sldChg>
      <pc:sldChg chg="modSp new mod setBg modClrScheme chgLayout">
        <pc:chgData name="Shanmugapriya S" userId="4de1e44f8bc91e21" providerId="Windows Live" clId="Web-{61E85490-7AF9-4144-89C9-7A9E59E5C032}" dt="2026-03-01T05:48:38.052" v="49"/>
        <pc:sldMkLst>
          <pc:docMk/>
          <pc:sldMk cId="2010026736" sldId="259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010026736" sldId="259"/>
            <ac:spMk id="2" creationId="{0F39E0D0-8D91-0205-0DB7-FAE489658023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010026736" sldId="259"/>
            <ac:spMk id="3" creationId="{E5DF7364-8420-1913-4BA6-3AC324D3590C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2828237992" sldId="260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828237992" sldId="260"/>
            <ac:spMk id="2" creationId="{81FD001A-D105-B76D-DFC6-A15A75C33601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828237992" sldId="260"/>
            <ac:spMk id="3" creationId="{59B822A5-E5D7-C111-620A-939B72E240A0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1714976631" sldId="261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1714976631" sldId="261"/>
            <ac:spMk id="2" creationId="{22BCB845-E065-2D7B-B9B1-442FF2ED210F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1714976631" sldId="261"/>
            <ac:spMk id="3" creationId="{C3D416D3-A5C8-D589-CEA9-BA3115937310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4282298708" sldId="262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4282298708" sldId="262"/>
            <ac:spMk id="2" creationId="{56B094D3-7BD4-732F-2AA5-0130C82EC03C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4282298708" sldId="262"/>
            <ac:spMk id="3" creationId="{6C39BCFC-0157-FE9B-5B67-DECE4444BAFD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2778411271" sldId="263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778411271" sldId="263"/>
            <ac:spMk id="2" creationId="{EE2CC0D4-1ABC-2005-C7CA-449BBADFE5F5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778411271" sldId="263"/>
            <ac:spMk id="3" creationId="{F09B8047-7B51-659A-7D2B-21DBF30CCA9D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1976329879" sldId="264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1976329879" sldId="264"/>
            <ac:spMk id="2" creationId="{FA753ADD-42BF-5B84-8815-1CF6D850D42F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1976329879" sldId="264"/>
            <ac:spMk id="3" creationId="{2C75E879-1997-3312-9CB4-977F1639DBA0}"/>
          </ac:spMkLst>
        </pc:spChg>
      </pc:sldChg>
      <pc:sldChg chg="modSp new mod modClrScheme chgLayout">
        <pc:chgData name="Shanmugapriya S" userId="4de1e44f8bc91e21" providerId="Windows Live" clId="Web-{61E85490-7AF9-4144-89C9-7A9E59E5C032}" dt="2026-03-01T05:48:01.536" v="43"/>
        <pc:sldMkLst>
          <pc:docMk/>
          <pc:sldMk cId="2013612247" sldId="265"/>
        </pc:sldMkLst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013612247" sldId="265"/>
            <ac:spMk id="2" creationId="{B0ACBEE4-222E-80F8-3020-BD073C233B21}"/>
          </ac:spMkLst>
        </pc:spChg>
        <pc:spChg chg="mod ord">
          <ac:chgData name="Shanmugapriya S" userId="4de1e44f8bc91e21" providerId="Windows Live" clId="Web-{61E85490-7AF9-4144-89C9-7A9E59E5C032}" dt="2026-03-01T05:43:31.212" v="9"/>
          <ac:spMkLst>
            <pc:docMk/>
            <pc:sldMk cId="2013612247" sldId="265"/>
            <ac:spMk id="3" creationId="{AF35AB02-A5A7-B861-A0E4-EB3104CA8EE9}"/>
          </ac:spMkLst>
        </pc:spChg>
      </pc:sldChg>
      <pc:sldMasterChg chg="del delSldLayout">
        <pc:chgData name="Shanmugapriya S" userId="4de1e44f8bc91e21" providerId="Windows Live" clId="Web-{61E85490-7AF9-4144-89C9-7A9E59E5C032}" dt="2026-03-01T05:43:31.212" v="9"/>
        <pc:sldMasterMkLst>
          <pc:docMk/>
          <pc:sldMasterMk cId="2460954070" sldId="2147483660"/>
        </pc:sldMasterMkLst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hanmugapriya S" userId="4de1e44f8bc91e21" providerId="Windows Live" clId="Web-{61E85490-7AF9-4144-89C9-7A9E59E5C032}" dt="2026-03-01T05:43:31.212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mod setBg addSldLayout modSldLayout">
        <pc:chgData name="Shanmugapriya S" userId="4de1e44f8bc91e21" providerId="Windows Live" clId="Web-{61E85490-7AF9-4144-89C9-7A9E59E5C032}" dt="2026-03-01T05:48:01.536" v="43"/>
        <pc:sldMasterMkLst>
          <pc:docMk/>
          <pc:sldMasterMk cId="480867013" sldId="2147483672"/>
        </pc:sldMasterMkLst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2641306699" sldId="2147483673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516197152" sldId="2147483674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281975339" sldId="2147483675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3252822109" sldId="2147483676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32505856" sldId="2147483677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145253770" sldId="2147483678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2265849954" sldId="2147483679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2751682954" sldId="2147483680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81807200" sldId="2147483681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1046259989" sldId="2147483682"/>
          </pc:sldLayoutMkLst>
        </pc:sldLayoutChg>
        <pc:sldLayoutChg chg="add mod replId">
          <pc:chgData name="Shanmugapriya S" userId="4de1e44f8bc91e21" providerId="Windows Live" clId="Web-{61E85490-7AF9-4144-89C9-7A9E59E5C032}" dt="2026-03-01T05:48:01.536" v="43"/>
          <pc:sldLayoutMkLst>
            <pc:docMk/>
            <pc:sldMasterMk cId="480867013" sldId="2147483672"/>
            <pc:sldLayoutMk cId="1285810567" sldId="2147483683"/>
          </pc:sldLayoutMkLst>
        </pc:sldLayoutChg>
      </pc:sldMasterChg>
    </pc:docChg>
  </pc:docChgLst>
  <pc:docChgLst>
    <pc:chgData name="Shanmugapriya S" userId="4de1e44f8bc91e21" providerId="Windows Live" clId="Web-{F2CE8F11-667A-4E94-BE7D-3892FC241D07}"/>
    <pc:docChg chg="modSld modMainMaster">
      <pc:chgData name="Shanmugapriya S" userId="4de1e44f8bc91e21" providerId="Windows Live" clId="Web-{F2CE8F11-667A-4E94-BE7D-3892FC241D07}" dt="2026-03-01T09:49:40.775" v="895"/>
      <pc:docMkLst>
        <pc:docMk/>
      </pc:docMkLst>
      <pc:sldChg chg="addSp delSp modSp mod setBg">
        <pc:chgData name="Shanmugapriya S" userId="4de1e44f8bc91e21" providerId="Windows Live" clId="Web-{F2CE8F11-667A-4E94-BE7D-3892FC241D07}" dt="2026-03-01T06:41:39.570" v="117"/>
        <pc:sldMkLst>
          <pc:docMk/>
          <pc:sldMk cId="109857222" sldId="256"/>
        </pc:sldMkLst>
        <pc:spChg chg="mo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10" creationId="{9715DAF0-AE1B-46C9-8A6B-DB2AA05AB91D}"/>
          </ac:spMkLst>
        </pc:spChg>
        <pc:spChg chg="del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12" creationId="{6016219D-510E-4184-9090-6D5578A87BD1}"/>
          </ac:spMkLst>
        </pc:spChg>
        <pc:spChg chg="del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14" creationId="{AFF4A713-7B75-4B21-90D7-5AB19547C728}"/>
          </ac:spMkLst>
        </pc:spChg>
        <pc:spChg chg="del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23" creationId="{6F5A5072-7B47-4D32-B52A-4EBBF590B8A5}"/>
          </ac:spMkLst>
        </pc:spChg>
        <pc:spChg chg="ad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25" creationId="{9715DAF0-AE1B-46C9-8A6B-DB2AA05AB91D}"/>
          </ac:spMkLst>
        </pc:spChg>
        <pc:spChg chg="ad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27" creationId="{6016219D-510E-4184-9090-6D5578A87BD1}"/>
          </ac:spMkLst>
        </pc:spChg>
        <pc:spChg chg="ad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29" creationId="{AFF4A713-7B75-4B21-90D7-5AB19547C728}"/>
          </ac:spMkLst>
        </pc:spChg>
        <pc:spChg chg="add">
          <ac:chgData name="Shanmugapriya S" userId="4de1e44f8bc91e21" providerId="Windows Live" clId="Web-{F2CE8F11-667A-4E94-BE7D-3892FC241D07}" dt="2026-03-01T06:41:39.570" v="117"/>
          <ac:spMkLst>
            <pc:docMk/>
            <pc:sldMk cId="109857222" sldId="256"/>
            <ac:spMk id="31" creationId="{DC631C0B-6DA6-4E57-8231-CE32B3434A7E}"/>
          </ac:spMkLst>
        </pc:spChg>
      </pc:sldChg>
      <pc:sldChg chg="modSp mod">
        <pc:chgData name="Shanmugapriya S" userId="4de1e44f8bc91e21" providerId="Windows Live" clId="Web-{F2CE8F11-667A-4E94-BE7D-3892FC241D07}" dt="2026-03-01T08:59:05.483" v="461" actId="20577"/>
        <pc:sldMkLst>
          <pc:docMk/>
          <pc:sldMk cId="3217051161" sldId="257"/>
        </pc:sldMkLst>
        <pc:spChg chg="mod">
          <ac:chgData name="Shanmugapriya S" userId="4de1e44f8bc91e21" providerId="Windows Live" clId="Web-{F2CE8F11-667A-4E94-BE7D-3892FC241D07}" dt="2026-03-01T08:59:05.483" v="461" actId="20577"/>
          <ac:spMkLst>
            <pc:docMk/>
            <pc:sldMk cId="3217051161" sldId="257"/>
            <ac:spMk id="2" creationId="{85CB7E52-870B-DB65-630F-638D7419A240}"/>
          </ac:spMkLst>
        </pc:spChg>
        <pc:spChg chg="mod">
          <ac:chgData name="Shanmugapriya S" userId="4de1e44f8bc91e21" providerId="Windows Live" clId="Web-{F2CE8F11-667A-4E94-BE7D-3892FC241D07}" dt="2026-03-01T06:26:13.446" v="26" actId="1076"/>
          <ac:spMkLst>
            <pc:docMk/>
            <pc:sldMk cId="3217051161" sldId="257"/>
            <ac:spMk id="3" creationId="{2B1E49F3-DC89-4133-3897-17B234549C0B}"/>
          </ac:spMkLst>
        </pc:spChg>
      </pc:sldChg>
      <pc:sldChg chg="modSp mod">
        <pc:chgData name="Shanmugapriya S" userId="4de1e44f8bc91e21" providerId="Windows Live" clId="Web-{F2CE8F11-667A-4E94-BE7D-3892FC241D07}" dt="2026-03-01T08:59:19.327" v="471" actId="20577"/>
        <pc:sldMkLst>
          <pc:docMk/>
          <pc:sldMk cId="500526338" sldId="258"/>
        </pc:sldMkLst>
        <pc:spChg chg="mod">
          <ac:chgData name="Shanmugapriya S" userId="4de1e44f8bc91e21" providerId="Windows Live" clId="Web-{F2CE8F11-667A-4E94-BE7D-3892FC241D07}" dt="2026-03-01T08:59:19.327" v="471" actId="20577"/>
          <ac:spMkLst>
            <pc:docMk/>
            <pc:sldMk cId="500526338" sldId="258"/>
            <ac:spMk id="2" creationId="{3759F6F5-AF66-3A27-EFF7-5DD7A890E085}"/>
          </ac:spMkLst>
        </pc:spChg>
        <pc:spChg chg="mod">
          <ac:chgData name="Shanmugapriya S" userId="4de1e44f8bc91e21" providerId="Windows Live" clId="Web-{F2CE8F11-667A-4E94-BE7D-3892FC241D07}" dt="2026-03-01T06:34:03.171" v="92" actId="20577"/>
          <ac:spMkLst>
            <pc:docMk/>
            <pc:sldMk cId="500526338" sldId="258"/>
            <ac:spMk id="3" creationId="{66EFA624-E273-F384-9CE2-8FF056EB2EB4}"/>
          </ac:spMkLst>
        </pc:spChg>
      </pc:sldChg>
      <pc:sldChg chg="addSp delSp modSp mod">
        <pc:chgData name="Shanmugapriya S" userId="4de1e44f8bc91e21" providerId="Windows Live" clId="Web-{F2CE8F11-667A-4E94-BE7D-3892FC241D07}" dt="2026-03-01T08:59:54.031" v="498" actId="1076"/>
        <pc:sldMkLst>
          <pc:docMk/>
          <pc:sldMk cId="2010026736" sldId="259"/>
        </pc:sldMkLst>
        <pc:spChg chg="mod">
          <ac:chgData name="Shanmugapriya S" userId="4de1e44f8bc91e21" providerId="Windows Live" clId="Web-{F2CE8F11-667A-4E94-BE7D-3892FC241D07}" dt="2026-03-01T08:59:54.031" v="498" actId="1076"/>
          <ac:spMkLst>
            <pc:docMk/>
            <pc:sldMk cId="2010026736" sldId="259"/>
            <ac:spMk id="2" creationId="{0F39E0D0-8D91-0205-0DB7-FAE489658023}"/>
          </ac:spMkLst>
        </pc:spChg>
        <pc:spChg chg="add del mod">
          <ac:chgData name="Shanmugapriya S" userId="4de1e44f8bc91e21" providerId="Windows Live" clId="Web-{F2CE8F11-667A-4E94-BE7D-3892FC241D07}" dt="2026-03-01T06:43:20.243" v="120"/>
          <ac:spMkLst>
            <pc:docMk/>
            <pc:sldMk cId="2010026736" sldId="259"/>
            <ac:spMk id="3" creationId="{E5DF7364-8420-1913-4BA6-3AC324D3590C}"/>
          </ac:spMkLst>
        </pc:spChg>
        <pc:spChg chg="add del">
          <ac:chgData name="Shanmugapriya S" userId="4de1e44f8bc91e21" providerId="Windows Live" clId="Web-{F2CE8F11-667A-4E94-BE7D-3892FC241D07}" dt="2026-03-01T06:40:11.538" v="115"/>
          <ac:spMkLst>
            <pc:docMk/>
            <pc:sldMk cId="2010026736" sldId="259"/>
            <ac:spMk id="4" creationId="{B31CE7A7-2CA0-9F2F-C67C-3B2AACA59242}"/>
          </ac:spMkLst>
        </pc:spChg>
        <pc:spChg chg="add mod">
          <ac:chgData name="Shanmugapriya S" userId="4de1e44f8bc91e21" providerId="Windows Live" clId="Web-{F2CE8F11-667A-4E94-BE7D-3892FC241D07}" dt="2026-03-01T08:58:35.638" v="448" actId="1076"/>
          <ac:spMkLst>
            <pc:docMk/>
            <pc:sldMk cId="2010026736" sldId="259"/>
            <ac:spMk id="1864" creationId="{2280B594-6761-24A4-B98C-439E82E82509}"/>
          </ac:spMkLst>
        </pc:spChg>
        <pc:graphicFrameChg chg="add del mod ord modGraphic">
          <ac:chgData name="Shanmugapriya S" userId="4de1e44f8bc91e21" providerId="Windows Live" clId="Web-{F2CE8F11-667A-4E94-BE7D-3892FC241D07}" dt="2026-03-01T06:43:09.352" v="119"/>
          <ac:graphicFrameMkLst>
            <pc:docMk/>
            <pc:sldMk cId="2010026736" sldId="259"/>
            <ac:graphicFrameMk id="5" creationId="{29B700A7-E5CF-5AAF-795E-1A9814CD4AC3}"/>
          </ac:graphicFrameMkLst>
        </pc:graphicFrameChg>
        <pc:graphicFrameChg chg="add mod ord modGraphic">
          <ac:chgData name="Shanmugapriya S" userId="4de1e44f8bc91e21" providerId="Windows Live" clId="Web-{F2CE8F11-667A-4E94-BE7D-3892FC241D07}" dt="2026-03-01T08:57:43.714" v="438" actId="1076"/>
          <ac:graphicFrameMkLst>
            <pc:docMk/>
            <pc:sldMk cId="2010026736" sldId="259"/>
            <ac:graphicFrameMk id="15" creationId="{C76F46DF-732E-553D-2202-0D5CF1DBC0C6}"/>
          </ac:graphicFrameMkLst>
        </pc:graphicFrameChg>
        <pc:picChg chg="add mod">
          <ac:chgData name="Shanmugapriya S" userId="4de1e44f8bc91e21" providerId="Windows Live" clId="Web-{F2CE8F11-667A-4E94-BE7D-3892FC241D07}" dt="2026-03-01T08:58:00.152" v="444" actId="1076"/>
          <ac:picMkLst>
            <pc:docMk/>
            <pc:sldMk cId="2010026736" sldId="259"/>
            <ac:picMk id="1514" creationId="{F552E7F6-749B-9F91-D154-469F0E16C9E6}"/>
          </ac:picMkLst>
        </pc:picChg>
        <pc:picChg chg="add mod">
          <ac:chgData name="Shanmugapriya S" userId="4de1e44f8bc91e21" providerId="Windows Live" clId="Web-{F2CE8F11-667A-4E94-BE7D-3892FC241D07}" dt="2026-03-01T08:57:58.433" v="443" actId="1076"/>
          <ac:picMkLst>
            <pc:docMk/>
            <pc:sldMk cId="2010026736" sldId="259"/>
            <ac:picMk id="1787" creationId="{11EAE098-D920-95B7-6F7E-B583AF3FE996}"/>
          </ac:picMkLst>
        </pc:picChg>
        <pc:picChg chg="add mod">
          <ac:chgData name="Shanmugapriya S" userId="4de1e44f8bc91e21" providerId="Windows Live" clId="Web-{F2CE8F11-667A-4E94-BE7D-3892FC241D07}" dt="2026-03-01T08:57:48.277" v="439" actId="1076"/>
          <ac:picMkLst>
            <pc:docMk/>
            <pc:sldMk cId="2010026736" sldId="259"/>
            <ac:picMk id="1788" creationId="{C062B639-2CA4-91B2-3B51-F781919565EA}"/>
          </ac:picMkLst>
        </pc:picChg>
        <pc:picChg chg="add mod">
          <ac:chgData name="Shanmugapriya S" userId="4de1e44f8bc91e21" providerId="Windows Live" clId="Web-{F2CE8F11-667A-4E94-BE7D-3892FC241D07}" dt="2026-03-01T08:57:50.417" v="440" actId="1076"/>
          <ac:picMkLst>
            <pc:docMk/>
            <pc:sldMk cId="2010026736" sldId="259"/>
            <ac:picMk id="1789" creationId="{13C504E3-34D6-D3A0-4520-F0018D5F4955}"/>
          </ac:picMkLst>
        </pc:picChg>
        <pc:picChg chg="add mod">
          <ac:chgData name="Shanmugapriya S" userId="4de1e44f8bc91e21" providerId="Windows Live" clId="Web-{F2CE8F11-667A-4E94-BE7D-3892FC241D07}" dt="2026-03-01T08:57:53.605" v="441" actId="1076"/>
          <ac:picMkLst>
            <pc:docMk/>
            <pc:sldMk cId="2010026736" sldId="259"/>
            <ac:picMk id="1790" creationId="{28FCE686-3207-C787-3A79-2174C3E06972}"/>
          </ac:picMkLst>
        </pc:picChg>
        <pc:picChg chg="add mod">
          <ac:chgData name="Shanmugapriya S" userId="4de1e44f8bc91e21" providerId="Windows Live" clId="Web-{F2CE8F11-667A-4E94-BE7D-3892FC241D07}" dt="2026-03-01T08:57:56.011" v="442" actId="1076"/>
          <ac:picMkLst>
            <pc:docMk/>
            <pc:sldMk cId="2010026736" sldId="259"/>
            <ac:picMk id="1791" creationId="{26C0C359-8BDB-3A2D-AB57-D18BABDEA45A}"/>
          </ac:picMkLst>
        </pc:picChg>
      </pc:sldChg>
      <pc:sldChg chg="addSp delSp modSp mod">
        <pc:chgData name="Shanmugapriya S" userId="4de1e44f8bc91e21" providerId="Windows Live" clId="Web-{F2CE8F11-667A-4E94-BE7D-3892FC241D07}" dt="2026-03-01T09:49:40.775" v="895"/>
        <pc:sldMkLst>
          <pc:docMk/>
          <pc:sldMk cId="2828237992" sldId="260"/>
        </pc:sldMkLst>
        <pc:spChg chg="mod">
          <ac:chgData name="Shanmugapriya S" userId="4de1e44f8bc91e21" providerId="Windows Live" clId="Web-{F2CE8F11-667A-4E94-BE7D-3892FC241D07}" dt="2026-03-01T09:23:50.499" v="598" actId="14100"/>
          <ac:spMkLst>
            <pc:docMk/>
            <pc:sldMk cId="2828237992" sldId="260"/>
            <ac:spMk id="2" creationId="{81FD001A-D105-B76D-DFC6-A15A75C33601}"/>
          </ac:spMkLst>
        </pc:spChg>
        <pc:spChg chg="del mod">
          <ac:chgData name="Shanmugapriya S" userId="4de1e44f8bc91e21" providerId="Windows Live" clId="Web-{F2CE8F11-667A-4E94-BE7D-3892FC241D07}" dt="2026-03-01T09:27:00.720" v="620"/>
          <ac:spMkLst>
            <pc:docMk/>
            <pc:sldMk cId="2828237992" sldId="260"/>
            <ac:spMk id="3" creationId="{59B822A5-E5D7-C111-620A-939B72E240A0}"/>
          </ac:spMkLst>
        </pc:spChg>
        <pc:spChg chg="add mod ord">
          <ac:chgData name="Shanmugapriya S" userId="4de1e44f8bc91e21" providerId="Windows Live" clId="Web-{F2CE8F11-667A-4E94-BE7D-3892FC241D07}" dt="2026-03-01T09:45:39.231" v="859" actId="14100"/>
          <ac:spMkLst>
            <pc:docMk/>
            <pc:sldMk cId="2828237992" sldId="260"/>
            <ac:spMk id="4" creationId="{73FC3CE2-9B8C-2F2F-7460-4CFF927A275C}"/>
          </ac:spMkLst>
        </pc:spChg>
        <pc:spChg chg="add del mod">
          <ac:chgData name="Shanmugapriya S" userId="4de1e44f8bc91e21" providerId="Windows Live" clId="Web-{F2CE8F11-667A-4E94-BE7D-3892FC241D07}" dt="2026-03-01T09:19:26.777" v="551"/>
          <ac:spMkLst>
            <pc:docMk/>
            <pc:sldMk cId="2828237992" sldId="260"/>
            <ac:spMk id="5" creationId="{C7334C86-B581-4703-2CAB-E136C7E59735}"/>
          </ac:spMkLst>
        </pc:spChg>
        <pc:spChg chg="add del mod">
          <ac:chgData name="Shanmugapriya S" userId="4de1e44f8bc91e21" providerId="Windows Live" clId="Web-{F2CE8F11-667A-4E94-BE7D-3892FC241D07}" dt="2026-03-01T09:19:26.730" v="550"/>
          <ac:spMkLst>
            <pc:docMk/>
            <pc:sldMk cId="2828237992" sldId="260"/>
            <ac:spMk id="6" creationId="{6D82CF57-74B2-30B0-8E35-12E527026B2F}"/>
          </ac:spMkLst>
        </pc:spChg>
        <pc:spChg chg="add del mod">
          <ac:chgData name="Shanmugapriya S" userId="4de1e44f8bc91e21" providerId="Windows Live" clId="Web-{F2CE8F11-667A-4E94-BE7D-3892FC241D07}" dt="2026-03-01T09:19:26.683" v="549"/>
          <ac:spMkLst>
            <pc:docMk/>
            <pc:sldMk cId="2828237992" sldId="260"/>
            <ac:spMk id="7" creationId="{3B6D5C5E-CE5E-0E56-02F7-F966FD87919A}"/>
          </ac:spMkLst>
        </pc:spChg>
        <pc:spChg chg="add del mod">
          <ac:chgData name="Shanmugapriya S" userId="4de1e44f8bc91e21" providerId="Windows Live" clId="Web-{F2CE8F11-667A-4E94-BE7D-3892FC241D07}" dt="2026-03-01T09:19:22.620" v="545"/>
          <ac:spMkLst>
            <pc:docMk/>
            <pc:sldMk cId="2828237992" sldId="260"/>
            <ac:spMk id="8" creationId="{883149AB-855B-580B-409C-F5CF0048764B}"/>
          </ac:spMkLst>
        </pc:spChg>
        <pc:spChg chg="add mod ord">
          <ac:chgData name="Shanmugapriya S" userId="4de1e44f8bc91e21" providerId="Windows Live" clId="Web-{F2CE8F11-667A-4E94-BE7D-3892FC241D07}" dt="2026-03-01T09:30:33.689" v="691" actId="20577"/>
          <ac:spMkLst>
            <pc:docMk/>
            <pc:sldMk cId="2828237992" sldId="260"/>
            <ac:spMk id="9" creationId="{FF702967-F5FC-F43A-9983-59BF1BC1B11A}"/>
          </ac:spMkLst>
        </pc:spChg>
        <pc:spChg chg="add mod">
          <ac:chgData name="Shanmugapriya S" userId="4de1e44f8bc91e21" providerId="Windows Live" clId="Web-{F2CE8F11-667A-4E94-BE7D-3892FC241D07}" dt="2026-03-01T09:41:27.799" v="823" actId="20577"/>
          <ac:spMkLst>
            <pc:docMk/>
            <pc:sldMk cId="2828237992" sldId="260"/>
            <ac:spMk id="10" creationId="{750C8687-542C-80ED-0F9B-2AB548029782}"/>
          </ac:spMkLst>
        </pc:spChg>
        <pc:spChg chg="add mod">
          <ac:chgData name="Shanmugapriya S" userId="4de1e44f8bc91e21" providerId="Windows Live" clId="Web-{F2CE8F11-667A-4E94-BE7D-3892FC241D07}" dt="2026-03-01T09:42:57.269" v="851" actId="1076"/>
          <ac:spMkLst>
            <pc:docMk/>
            <pc:sldMk cId="2828237992" sldId="260"/>
            <ac:spMk id="11" creationId="{BED30BD8-01DD-01D1-1B47-C92AFC446D68}"/>
          </ac:spMkLst>
        </pc:spChg>
        <pc:spChg chg="add mod">
          <ac:chgData name="Shanmugapriya S" userId="4de1e44f8bc91e21" providerId="Windows Live" clId="Web-{F2CE8F11-667A-4E94-BE7D-3892FC241D07}" dt="2026-03-01T09:42:50.472" v="849" actId="1076"/>
          <ac:spMkLst>
            <pc:docMk/>
            <pc:sldMk cId="2828237992" sldId="260"/>
            <ac:spMk id="12" creationId="{4B5571E4-94C2-2B11-E03B-BE764924BA52}"/>
          </ac:spMkLst>
        </pc:spChg>
        <pc:spChg chg="add del mod">
          <ac:chgData name="Shanmugapriya S" userId="4de1e44f8bc91e21" providerId="Windows Live" clId="Web-{F2CE8F11-667A-4E94-BE7D-3892FC241D07}" dt="2026-03-01T09:38:29.547" v="782"/>
          <ac:spMkLst>
            <pc:docMk/>
            <pc:sldMk cId="2828237992" sldId="260"/>
            <ac:spMk id="18" creationId="{AE0928D3-1649-B2B8-78EA-7693DCA3689E}"/>
          </ac:spMkLst>
        </pc:spChg>
        <pc:spChg chg="add del mod">
          <ac:chgData name="Shanmugapriya S" userId="4de1e44f8bc91e21" providerId="Windows Live" clId="Web-{F2CE8F11-667A-4E94-BE7D-3892FC241D07}" dt="2026-03-01T09:38:41.437" v="785"/>
          <ac:spMkLst>
            <pc:docMk/>
            <pc:sldMk cId="2828237992" sldId="260"/>
            <ac:spMk id="20" creationId="{02C0AA05-2C25-574A-5A85-E09A280C22A7}"/>
          </ac:spMkLst>
        </pc:spChg>
        <pc:spChg chg="add del mod">
          <ac:chgData name="Shanmugapriya S" userId="4de1e44f8bc91e21" providerId="Windows Live" clId="Web-{F2CE8F11-667A-4E94-BE7D-3892FC241D07}" dt="2026-03-01T09:40:20.986" v="799"/>
          <ac:spMkLst>
            <pc:docMk/>
            <pc:sldMk cId="2828237992" sldId="260"/>
            <ac:spMk id="23" creationId="{1A0D17F9-5D03-C26F-6993-E8DCA4DD3EF7}"/>
          </ac:spMkLst>
        </pc:spChg>
        <pc:picChg chg="add del mod ord">
          <ac:chgData name="Shanmugapriya S" userId="4de1e44f8bc91e21" providerId="Windows Live" clId="Web-{F2CE8F11-667A-4E94-BE7D-3892FC241D07}" dt="2026-03-01T09:40:25.392" v="801" actId="1076"/>
          <ac:picMkLst>
            <pc:docMk/>
            <pc:sldMk cId="2828237992" sldId="260"/>
            <ac:picMk id="13" creationId="{46284E7E-458E-DBC1-43F8-1AAC932B36D2}"/>
          </ac:picMkLst>
        </pc:picChg>
        <pc:picChg chg="add mod">
          <ac:chgData name="Shanmugapriya S" userId="4de1e44f8bc91e21" providerId="Windows Live" clId="Web-{F2CE8F11-667A-4E94-BE7D-3892FC241D07}" dt="2026-03-01T09:34:04.525" v="729" actId="1076"/>
          <ac:picMkLst>
            <pc:docMk/>
            <pc:sldMk cId="2828237992" sldId="260"/>
            <ac:picMk id="14" creationId="{E6AD1B8E-A0D6-925A-D811-C3DBB115075F}"/>
          </ac:picMkLst>
        </pc:picChg>
        <pc:picChg chg="add mod">
          <ac:chgData name="Shanmugapriya S" userId="4de1e44f8bc91e21" providerId="Windows Live" clId="Web-{F2CE8F11-667A-4E94-BE7D-3892FC241D07}" dt="2026-03-01T09:43:00.113" v="852" actId="1076"/>
          <ac:picMkLst>
            <pc:docMk/>
            <pc:sldMk cId="2828237992" sldId="260"/>
            <ac:picMk id="15" creationId="{17C4AA4B-E00E-B4D6-1863-9553B25EFA7E}"/>
          </ac:picMkLst>
        </pc:picChg>
        <pc:picChg chg="add del mod">
          <ac:chgData name="Shanmugapriya S" userId="4de1e44f8bc91e21" providerId="Windows Live" clId="Web-{F2CE8F11-667A-4E94-BE7D-3892FC241D07}" dt="2026-03-01T09:38:42.859" v="787"/>
          <ac:picMkLst>
            <pc:docMk/>
            <pc:sldMk cId="2828237992" sldId="260"/>
            <ac:picMk id="16" creationId="{652F100A-F89E-4E8C-E641-69EECBC93859}"/>
          </ac:picMkLst>
        </pc:picChg>
        <pc:picChg chg="add mod">
          <ac:chgData name="Shanmugapriya S" userId="4de1e44f8bc91e21" providerId="Windows Live" clId="Web-{F2CE8F11-667A-4E94-BE7D-3892FC241D07}" dt="2026-03-01T09:40:33.705" v="802" actId="1076"/>
          <ac:picMkLst>
            <pc:docMk/>
            <pc:sldMk cId="2828237992" sldId="260"/>
            <ac:picMk id="21" creationId="{09532CDE-DB6B-F4B3-0844-BCBE340793FD}"/>
          </ac:picMkLst>
        </pc:picChg>
        <pc:picChg chg="add mod">
          <ac:chgData name="Shanmugapriya S" userId="4de1e44f8bc91e21" providerId="Windows Live" clId="Web-{F2CE8F11-667A-4E94-BE7D-3892FC241D07}" dt="2026-03-01T09:42:52.800" v="850" actId="1076"/>
          <ac:picMkLst>
            <pc:docMk/>
            <pc:sldMk cId="2828237992" sldId="260"/>
            <ac:picMk id="24" creationId="{8F5B4145-ED4E-A76C-9411-0EC26AC75558}"/>
          </ac:picMkLst>
        </pc:picChg>
        <pc:picChg chg="add mod">
          <ac:chgData name="Shanmugapriya S" userId="4de1e44f8bc91e21" providerId="Windows Live" clId="Web-{F2CE8F11-667A-4E94-BE7D-3892FC241D07}" dt="2026-03-01T09:47:13.643" v="865" actId="1076"/>
          <ac:picMkLst>
            <pc:docMk/>
            <pc:sldMk cId="2828237992" sldId="260"/>
            <ac:picMk id="25" creationId="{FA3C3076-C5BC-904E-F41E-85BB89E8551B}"/>
          </ac:picMkLst>
        </pc:picChg>
        <pc:picChg chg="add del mod">
          <ac:chgData name="Shanmugapriya S" userId="4de1e44f8bc91e21" providerId="Windows Live" clId="Web-{F2CE8F11-667A-4E94-BE7D-3892FC241D07}" dt="2026-03-01T09:48:59.398" v="888"/>
          <ac:picMkLst>
            <pc:docMk/>
            <pc:sldMk cId="2828237992" sldId="260"/>
            <ac:picMk id="26" creationId="{7A16E6B0-C0F4-01C2-0DBF-8E22A0619389}"/>
          </ac:picMkLst>
        </pc:picChg>
        <pc:picChg chg="add del mod">
          <ac:chgData name="Shanmugapriya S" userId="4de1e44f8bc91e21" providerId="Windows Live" clId="Web-{F2CE8F11-667A-4E94-BE7D-3892FC241D07}" dt="2026-03-01T09:49:02.992" v="889"/>
          <ac:picMkLst>
            <pc:docMk/>
            <pc:sldMk cId="2828237992" sldId="260"/>
            <ac:picMk id="27" creationId="{716D32F8-D6AC-BCF8-DC07-3FB2045A0815}"/>
          </ac:picMkLst>
        </pc:picChg>
        <pc:picChg chg="add mod">
          <ac:chgData name="Shanmugapriya S" userId="4de1e44f8bc91e21" providerId="Windows Live" clId="Web-{F2CE8F11-667A-4E94-BE7D-3892FC241D07}" dt="2026-03-01T09:48:04.771" v="879" actId="688"/>
          <ac:picMkLst>
            <pc:docMk/>
            <pc:sldMk cId="2828237992" sldId="260"/>
            <ac:picMk id="28" creationId="{CE710C2B-C7FC-A6DD-A1D2-2E6949F29D14}"/>
          </ac:picMkLst>
        </pc:picChg>
        <pc:picChg chg="add del mod">
          <ac:chgData name="Shanmugapriya S" userId="4de1e44f8bc91e21" providerId="Windows Live" clId="Web-{F2CE8F11-667A-4E94-BE7D-3892FC241D07}" dt="2026-03-01T09:49:40.775" v="895"/>
          <ac:picMkLst>
            <pc:docMk/>
            <pc:sldMk cId="2828237992" sldId="260"/>
            <ac:picMk id="29" creationId="{12F6C034-BB4C-9CCF-1A13-4FBCEF6A48B3}"/>
          </ac:picMkLst>
        </pc:picChg>
      </pc:sldChg>
      <pc:sldChg chg="mod">
        <pc:chgData name="Shanmugapriya S" userId="4de1e44f8bc91e21" providerId="Windows Live" clId="Web-{F2CE8F11-667A-4E94-BE7D-3892FC241D07}" dt="2026-03-01T06:41:23.773" v="116"/>
        <pc:sldMkLst>
          <pc:docMk/>
          <pc:sldMk cId="1714976631" sldId="261"/>
        </pc:sldMkLst>
      </pc:sldChg>
      <pc:sldChg chg="mod">
        <pc:chgData name="Shanmugapriya S" userId="4de1e44f8bc91e21" providerId="Windows Live" clId="Web-{F2CE8F11-667A-4E94-BE7D-3892FC241D07}" dt="2026-03-01T06:41:23.773" v="116"/>
        <pc:sldMkLst>
          <pc:docMk/>
          <pc:sldMk cId="4282298708" sldId="262"/>
        </pc:sldMkLst>
      </pc:sldChg>
      <pc:sldChg chg="mod">
        <pc:chgData name="Shanmugapriya S" userId="4de1e44f8bc91e21" providerId="Windows Live" clId="Web-{F2CE8F11-667A-4E94-BE7D-3892FC241D07}" dt="2026-03-01T06:41:23.773" v="116"/>
        <pc:sldMkLst>
          <pc:docMk/>
          <pc:sldMk cId="2778411271" sldId="263"/>
        </pc:sldMkLst>
      </pc:sldChg>
      <pc:sldChg chg="mod">
        <pc:chgData name="Shanmugapriya S" userId="4de1e44f8bc91e21" providerId="Windows Live" clId="Web-{F2CE8F11-667A-4E94-BE7D-3892FC241D07}" dt="2026-03-01T06:41:23.773" v="116"/>
        <pc:sldMkLst>
          <pc:docMk/>
          <pc:sldMk cId="1976329879" sldId="264"/>
        </pc:sldMkLst>
      </pc:sldChg>
      <pc:sldChg chg="mod">
        <pc:chgData name="Shanmugapriya S" userId="4de1e44f8bc91e21" providerId="Windows Live" clId="Web-{F2CE8F11-667A-4E94-BE7D-3892FC241D07}" dt="2026-03-01T06:41:23.773" v="116"/>
        <pc:sldMkLst>
          <pc:docMk/>
          <pc:sldMk cId="2013612247" sldId="265"/>
        </pc:sldMkLst>
      </pc:sldChg>
      <pc:sldMasterChg chg="mod setBg modSldLayout">
        <pc:chgData name="Shanmugapriya S" userId="4de1e44f8bc91e21" providerId="Windows Live" clId="Web-{F2CE8F11-667A-4E94-BE7D-3892FC241D07}" dt="2026-03-01T06:41:23.773" v="116"/>
        <pc:sldMasterMkLst>
          <pc:docMk/>
          <pc:sldMasterMk cId="480867013" sldId="2147483672"/>
        </pc:sldMasterMkLst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2641306699" sldId="2147483673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516197152" sldId="2147483674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281975339" sldId="2147483675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3252822109" sldId="2147483676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32505856" sldId="2147483677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145253770" sldId="2147483678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2265849954" sldId="2147483679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2751682954" sldId="2147483680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81807200" sldId="2147483681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1046259989" sldId="2147483682"/>
          </pc:sldLayoutMkLst>
        </pc:sldLayoutChg>
        <pc:sldLayoutChg chg="mod">
          <pc:chgData name="Shanmugapriya S" userId="4de1e44f8bc91e21" providerId="Windows Live" clId="Web-{F2CE8F11-667A-4E94-BE7D-3892FC241D07}" dt="2026-03-01T06:41:23.773" v="116"/>
          <pc:sldLayoutMkLst>
            <pc:docMk/>
            <pc:sldMasterMk cId="480867013" sldId="2147483672"/>
            <pc:sldLayoutMk cId="1285810567" sldId="2147483683"/>
          </pc:sldLayoutMkLst>
        </pc:sldLayoutChg>
      </pc:sldMasterChg>
    </pc:docChg>
  </pc:docChgLst>
  <pc:docChgLst>
    <pc:chgData name="Shanmugapriya S" userId="4de1e44f8bc91e21" providerId="Windows Live" clId="Web-{9C266173-2B1D-47DC-B244-C5D4BC90E350}"/>
    <pc:docChg chg="modSld">
      <pc:chgData name="Shanmugapriya S" userId="4de1e44f8bc91e21" providerId="Windows Live" clId="Web-{9C266173-2B1D-47DC-B244-C5D4BC90E350}" dt="2026-03-01T17:14:32.052" v="783" actId="20577"/>
      <pc:docMkLst>
        <pc:docMk/>
      </pc:docMkLst>
      <pc:sldChg chg="modSp">
        <pc:chgData name="Shanmugapriya S" userId="4de1e44f8bc91e21" providerId="Windows Live" clId="Web-{9C266173-2B1D-47DC-B244-C5D4BC90E350}" dt="2026-03-01T17:14:32.052" v="783" actId="20577"/>
        <pc:sldMkLst>
          <pc:docMk/>
          <pc:sldMk cId="500526338" sldId="258"/>
        </pc:sldMkLst>
        <pc:spChg chg="mod">
          <ac:chgData name="Shanmugapriya S" userId="4de1e44f8bc91e21" providerId="Windows Live" clId="Web-{9C266173-2B1D-47DC-B244-C5D4BC90E350}" dt="2026-03-01T17:14:32.052" v="783" actId="20577"/>
          <ac:spMkLst>
            <pc:docMk/>
            <pc:sldMk cId="500526338" sldId="258"/>
            <ac:spMk id="3" creationId="{66EFA624-E273-F384-9CE2-8FF056EB2EB4}"/>
          </ac:spMkLst>
        </pc:spChg>
      </pc:sldChg>
      <pc:sldChg chg="modSp">
        <pc:chgData name="Shanmugapriya S" userId="4de1e44f8bc91e21" providerId="Windows Live" clId="Web-{9C266173-2B1D-47DC-B244-C5D4BC90E350}" dt="2026-03-01T16:40:45.103" v="2" actId="20577"/>
        <pc:sldMkLst>
          <pc:docMk/>
          <pc:sldMk cId="2010026736" sldId="259"/>
        </pc:sldMkLst>
        <pc:graphicFrameChg chg="modGraphic">
          <ac:chgData name="Shanmugapriya S" userId="4de1e44f8bc91e21" providerId="Windows Live" clId="Web-{9C266173-2B1D-47DC-B244-C5D4BC90E350}" dt="2026-03-01T16:40:45.103" v="2" actId="20577"/>
          <ac:graphicFrameMkLst>
            <pc:docMk/>
            <pc:sldMk cId="2010026736" sldId="259"/>
            <ac:graphicFrameMk id="15" creationId="{C76F46DF-732E-553D-2202-0D5CF1DBC0C6}"/>
          </ac:graphicFrameMkLst>
        </pc:graphicFrameChg>
      </pc:sldChg>
      <pc:sldChg chg="delSp modSp">
        <pc:chgData name="Shanmugapriya S" userId="4de1e44f8bc91e21" providerId="Windows Live" clId="Web-{9C266173-2B1D-47DC-B244-C5D4BC90E350}" dt="2026-03-01T16:42:08.355" v="13" actId="20577"/>
        <pc:sldMkLst>
          <pc:docMk/>
          <pc:sldMk cId="2828237992" sldId="260"/>
        </pc:sldMkLst>
        <pc:spChg chg="mod">
          <ac:chgData name="Shanmugapriya S" userId="4de1e44f8bc91e21" providerId="Windows Live" clId="Web-{9C266173-2B1D-47DC-B244-C5D4BC90E350}" dt="2026-03-01T16:41:57.714" v="10" actId="20577"/>
          <ac:spMkLst>
            <pc:docMk/>
            <pc:sldMk cId="2828237992" sldId="260"/>
            <ac:spMk id="9" creationId="{FF702967-F5FC-F43A-9983-59BF1BC1B11A}"/>
          </ac:spMkLst>
        </pc:spChg>
        <pc:spChg chg="mod">
          <ac:chgData name="Shanmugapriya S" userId="4de1e44f8bc91e21" providerId="Windows Live" clId="Web-{9C266173-2B1D-47DC-B244-C5D4BC90E350}" dt="2026-03-01T16:42:00.245" v="11" actId="20577"/>
          <ac:spMkLst>
            <pc:docMk/>
            <pc:sldMk cId="2828237992" sldId="260"/>
            <ac:spMk id="10" creationId="{750C8687-542C-80ED-0F9B-2AB548029782}"/>
          </ac:spMkLst>
        </pc:spChg>
        <pc:spChg chg="mod">
          <ac:chgData name="Shanmugapriya S" userId="4de1e44f8bc91e21" providerId="Windows Live" clId="Web-{9C266173-2B1D-47DC-B244-C5D4BC90E350}" dt="2026-03-01T16:42:05.714" v="12" actId="20577"/>
          <ac:spMkLst>
            <pc:docMk/>
            <pc:sldMk cId="2828237992" sldId="260"/>
            <ac:spMk id="11" creationId="{BED30BD8-01DD-01D1-1B47-C92AFC446D68}"/>
          </ac:spMkLst>
        </pc:spChg>
        <pc:spChg chg="mod">
          <ac:chgData name="Shanmugapriya S" userId="4de1e44f8bc91e21" providerId="Windows Live" clId="Web-{9C266173-2B1D-47DC-B244-C5D4BC90E350}" dt="2026-03-01T16:42:08.355" v="13" actId="20577"/>
          <ac:spMkLst>
            <pc:docMk/>
            <pc:sldMk cId="2828237992" sldId="260"/>
            <ac:spMk id="12" creationId="{4B5571E4-94C2-2B11-E03B-BE764924BA52}"/>
          </ac:spMkLst>
        </pc:spChg>
        <pc:spChg chg="del mod">
          <ac:chgData name="Shanmugapriya S" userId="4de1e44f8bc91e21" providerId="Windows Live" clId="Web-{9C266173-2B1D-47DC-B244-C5D4BC90E350}" dt="2026-03-01T16:41:19.432" v="4"/>
          <ac:spMkLst>
            <pc:docMk/>
            <pc:sldMk cId="2828237992" sldId="260"/>
            <ac:spMk id="16" creationId="{80A78269-16C5-8428-0595-2006A0542AAC}"/>
          </ac:spMkLst>
        </pc:spChg>
      </pc:sldChg>
      <pc:sldChg chg="delSp modSp">
        <pc:chgData name="Shanmugapriya S" userId="4de1e44f8bc91e21" providerId="Windows Live" clId="Web-{9C266173-2B1D-47DC-B244-C5D4BC90E350}" dt="2026-03-01T16:42:57.324" v="17"/>
        <pc:sldMkLst>
          <pc:docMk/>
          <pc:sldMk cId="4282298708" sldId="262"/>
        </pc:sldMkLst>
        <pc:spChg chg="mod">
          <ac:chgData name="Shanmugapriya S" userId="4de1e44f8bc91e21" providerId="Windows Live" clId="Web-{9C266173-2B1D-47DC-B244-C5D4BC90E350}" dt="2026-03-01T16:42:31.043" v="14" actId="20577"/>
          <ac:spMkLst>
            <pc:docMk/>
            <pc:sldMk cId="4282298708" sldId="262"/>
            <ac:spMk id="2" creationId="{56B094D3-7BD4-732F-2AA5-0130C82EC03C}"/>
          </ac:spMkLst>
        </pc:spChg>
        <pc:spChg chg="del mod">
          <ac:chgData name="Shanmugapriya S" userId="4de1e44f8bc91e21" providerId="Windows Live" clId="Web-{9C266173-2B1D-47DC-B244-C5D4BC90E350}" dt="2026-03-01T16:42:57.324" v="17"/>
          <ac:spMkLst>
            <pc:docMk/>
            <pc:sldMk cId="4282298708" sldId="262"/>
            <ac:spMk id="3" creationId="{6C39BCFC-0157-FE9B-5B67-DECE4444BAFD}"/>
          </ac:spMkLst>
        </pc:spChg>
      </pc:sldChg>
      <pc:sldChg chg="addSp delSp modSp">
        <pc:chgData name="Shanmugapriya S" userId="4de1e44f8bc91e21" providerId="Windows Live" clId="Web-{9C266173-2B1D-47DC-B244-C5D4BC90E350}" dt="2026-03-01T16:53:31.127" v="279" actId="14100"/>
        <pc:sldMkLst>
          <pc:docMk/>
          <pc:sldMk cId="2778411271" sldId="263"/>
        </pc:sldMkLst>
        <pc:spChg chg="mod">
          <ac:chgData name="Shanmugapriya S" userId="4de1e44f8bc91e21" providerId="Windows Live" clId="Web-{9C266173-2B1D-47DC-B244-C5D4BC90E350}" dt="2026-03-01T16:53:25.174" v="278" actId="1076"/>
          <ac:spMkLst>
            <pc:docMk/>
            <pc:sldMk cId="2778411271" sldId="263"/>
            <ac:spMk id="2" creationId="{EE2CC0D4-1ABC-2005-C7CA-449BBADFE5F5}"/>
          </ac:spMkLst>
        </pc:spChg>
        <pc:spChg chg="del">
          <ac:chgData name="Shanmugapriya S" userId="4de1e44f8bc91e21" providerId="Windows Live" clId="Web-{9C266173-2B1D-47DC-B244-C5D4BC90E350}" dt="2026-03-01T16:43:46.997" v="20"/>
          <ac:spMkLst>
            <pc:docMk/>
            <pc:sldMk cId="2778411271" sldId="263"/>
            <ac:spMk id="3" creationId="{F09B8047-7B51-659A-7D2B-21DBF30CCA9D}"/>
          </ac:spMkLst>
        </pc:spChg>
        <pc:graphicFrameChg chg="add mod ord modGraphic">
          <ac:chgData name="Shanmugapriya S" userId="4de1e44f8bc91e21" providerId="Windows Live" clId="Web-{9C266173-2B1D-47DC-B244-C5D4BC90E350}" dt="2026-03-01T16:53:31.127" v="279" actId="14100"/>
          <ac:graphicFrameMkLst>
            <pc:docMk/>
            <pc:sldMk cId="2778411271" sldId="263"/>
            <ac:graphicFrameMk id="4" creationId="{B3B83433-2041-1BE3-0063-C2BB9ACDCE98}"/>
          </ac:graphicFrameMkLst>
        </pc:graphicFrameChg>
      </pc:sldChg>
      <pc:sldChg chg="addSp delSp modSp">
        <pc:chgData name="Shanmugapriya S" userId="4de1e44f8bc91e21" providerId="Windows Live" clId="Web-{9C266173-2B1D-47DC-B244-C5D4BC90E350}" dt="2026-03-01T17:04:23.835" v="625" actId="14100"/>
        <pc:sldMkLst>
          <pc:docMk/>
          <pc:sldMk cId="1976329879" sldId="264"/>
        </pc:sldMkLst>
        <pc:spChg chg="mod">
          <ac:chgData name="Shanmugapriya S" userId="4de1e44f8bc91e21" providerId="Windows Live" clId="Web-{9C266173-2B1D-47DC-B244-C5D4BC90E350}" dt="2026-03-01T17:03:35.298" v="619" actId="20577"/>
          <ac:spMkLst>
            <pc:docMk/>
            <pc:sldMk cId="1976329879" sldId="264"/>
            <ac:spMk id="2" creationId="{FA753ADD-42BF-5B84-8815-1CF6D850D42F}"/>
          </ac:spMkLst>
        </pc:spChg>
        <pc:spChg chg="add del">
          <ac:chgData name="Shanmugapriya S" userId="4de1e44f8bc91e21" providerId="Windows Live" clId="Web-{9C266173-2B1D-47DC-B244-C5D4BC90E350}" dt="2026-03-01T16:55:38.756" v="305"/>
          <ac:spMkLst>
            <pc:docMk/>
            <pc:sldMk cId="1976329879" sldId="264"/>
            <ac:spMk id="3" creationId="{2C75E879-1997-3312-9CB4-977F1639DBA0}"/>
          </ac:spMkLst>
        </pc:spChg>
        <pc:spChg chg="add del mod">
          <ac:chgData name="Shanmugapriya S" userId="4de1e44f8bc91e21" providerId="Windows Live" clId="Web-{9C266173-2B1D-47DC-B244-C5D4BC90E350}" dt="2026-03-01T16:56:58.883" v="356"/>
          <ac:spMkLst>
            <pc:docMk/>
            <pc:sldMk cId="1976329879" sldId="264"/>
            <ac:spMk id="264" creationId="{DB4EA466-9F9D-086E-9B3A-F7DDEFADEBCC}"/>
          </ac:spMkLst>
        </pc:spChg>
        <pc:graphicFrameChg chg="add del mod ord modGraphic">
          <ac:chgData name="Shanmugapriya S" userId="4de1e44f8bc91e21" providerId="Windows Live" clId="Web-{9C266173-2B1D-47DC-B244-C5D4BC90E350}" dt="2026-03-01T16:54:59.442" v="304"/>
          <ac:graphicFrameMkLst>
            <pc:docMk/>
            <pc:sldMk cId="1976329879" sldId="264"/>
            <ac:graphicFrameMk id="4" creationId="{862C916A-805B-E9B6-7007-44E3D18BBDA8}"/>
          </ac:graphicFrameMkLst>
        </pc:graphicFrameChg>
        <pc:graphicFrameChg chg="add del mod ord modGraphic">
          <ac:chgData name="Shanmugapriya S" userId="4de1e44f8bc91e21" providerId="Windows Live" clId="Web-{9C266173-2B1D-47DC-B244-C5D4BC90E350}" dt="2026-03-01T17:04:23.835" v="625" actId="14100"/>
          <ac:graphicFrameMkLst>
            <pc:docMk/>
            <pc:sldMk cId="1976329879" sldId="264"/>
            <ac:graphicFrameMk id="11" creationId="{AB759EA0-535D-636F-5C6A-93B3B3657246}"/>
          </ac:graphicFrameMkLst>
        </pc:graphicFrameChg>
        <pc:graphicFrameChg chg="add del mod modGraphic">
          <ac:chgData name="Shanmugapriya S" userId="4de1e44f8bc91e21" providerId="Windows Live" clId="Web-{9C266173-2B1D-47DC-B244-C5D4BC90E350}" dt="2026-03-01T16:56:59.180" v="357"/>
          <ac:graphicFrameMkLst>
            <pc:docMk/>
            <pc:sldMk cId="1976329879" sldId="264"/>
            <ac:graphicFrameMk id="258" creationId="{C31124A1-282B-BE45-4E00-72DCDAF8E24D}"/>
          </ac:graphicFrameMkLst>
        </pc:graphicFrameChg>
      </pc:sldChg>
      <pc:sldChg chg="modSp">
        <pc:chgData name="Shanmugapriya S" userId="4de1e44f8bc91e21" providerId="Windows Live" clId="Web-{9C266173-2B1D-47DC-B244-C5D4BC90E350}" dt="2026-03-01T17:13:52.192" v="782" actId="14100"/>
        <pc:sldMkLst>
          <pc:docMk/>
          <pc:sldMk cId="2013612247" sldId="265"/>
        </pc:sldMkLst>
        <pc:spChg chg="mod">
          <ac:chgData name="Shanmugapriya S" userId="4de1e44f8bc91e21" providerId="Windows Live" clId="Web-{9C266173-2B1D-47DC-B244-C5D4BC90E350}" dt="2026-03-01T17:12:21.814" v="751" actId="20577"/>
          <ac:spMkLst>
            <pc:docMk/>
            <pc:sldMk cId="2013612247" sldId="265"/>
            <ac:spMk id="2" creationId="{B0ACBEE4-222E-80F8-3020-BD073C233B21}"/>
          </ac:spMkLst>
        </pc:spChg>
        <pc:spChg chg="mod">
          <ac:chgData name="Shanmugapriya S" userId="4de1e44f8bc91e21" providerId="Windows Live" clId="Web-{9C266173-2B1D-47DC-B244-C5D4BC90E350}" dt="2026-03-01T17:13:52.192" v="782" actId="14100"/>
          <ac:spMkLst>
            <pc:docMk/>
            <pc:sldMk cId="2013612247" sldId="265"/>
            <ac:spMk id="3" creationId="{AF35AB02-A5A7-B861-A0E4-EB3104CA8EE9}"/>
          </ac:spMkLst>
        </pc:spChg>
      </pc:sldChg>
    </pc:docChg>
  </pc:docChgLst>
  <pc:docChgLst>
    <pc:chgData name="Shanmugapriya S" userId="4de1e44f8bc91e21" providerId="Windows Live" clId="Web-{CE4F3B00-49F4-46D7-9E47-D176EBB9891E}"/>
    <pc:docChg chg="modSld">
      <pc:chgData name="Shanmugapriya S" userId="4de1e44f8bc91e21" providerId="Windows Live" clId="Web-{CE4F3B00-49F4-46D7-9E47-D176EBB9891E}" dt="2026-03-01T16:39:58.969" v="925" actId="20577"/>
      <pc:docMkLst>
        <pc:docMk/>
      </pc:docMkLst>
      <pc:sldChg chg="addSp delSp modSp">
        <pc:chgData name="Shanmugapriya S" userId="4de1e44f8bc91e21" providerId="Windows Live" clId="Web-{CE4F3B00-49F4-46D7-9E47-D176EBB9891E}" dt="2026-03-01T16:39:58.969" v="925" actId="20577"/>
        <pc:sldMkLst>
          <pc:docMk/>
          <pc:sldMk cId="2828237992" sldId="260"/>
        </pc:sldMkLst>
        <pc:spChg chg="mod">
          <ac:chgData name="Shanmugapriya S" userId="4de1e44f8bc91e21" providerId="Windows Live" clId="Web-{CE4F3B00-49F4-46D7-9E47-D176EBB9891E}" dt="2026-03-01T16:39:30.890" v="923" actId="20577"/>
          <ac:spMkLst>
            <pc:docMk/>
            <pc:sldMk cId="2828237992" sldId="260"/>
            <ac:spMk id="9" creationId="{FF702967-F5FC-F43A-9983-59BF1BC1B11A}"/>
          </ac:spMkLst>
        </pc:spChg>
        <pc:spChg chg="add mod">
          <ac:chgData name="Shanmugapriya S" userId="4de1e44f8bc91e21" providerId="Windows Live" clId="Web-{CE4F3B00-49F4-46D7-9E47-D176EBB9891E}" dt="2026-03-01T16:39:58.969" v="925" actId="20577"/>
          <ac:spMkLst>
            <pc:docMk/>
            <pc:sldMk cId="2828237992" sldId="260"/>
            <ac:spMk id="16" creationId="{80A78269-16C5-8428-0595-2006A0542AAC}"/>
          </ac:spMkLst>
        </pc:spChg>
        <pc:picChg chg="del">
          <ac:chgData name="Shanmugapriya S" userId="4de1e44f8bc91e21" providerId="Windows Live" clId="Web-{CE4F3B00-49F4-46D7-9E47-D176EBB9891E}" dt="2026-03-01T15:44:26.936" v="73"/>
          <ac:picMkLst>
            <pc:docMk/>
            <pc:sldMk cId="2828237992" sldId="260"/>
            <ac:picMk id="13" creationId="{46284E7E-458E-DBC1-43F8-1AAC932B36D2}"/>
          </ac:picMkLst>
        </pc:picChg>
        <pc:picChg chg="del">
          <ac:chgData name="Shanmugapriya S" userId="4de1e44f8bc91e21" providerId="Windows Live" clId="Web-{CE4F3B00-49F4-46D7-9E47-D176EBB9891E}" dt="2026-03-01T12:49:15.051" v="0"/>
          <ac:picMkLst>
            <pc:docMk/>
            <pc:sldMk cId="2828237992" sldId="260"/>
            <ac:picMk id="25" creationId="{FA3C3076-C5BC-904E-F41E-85BB89E8551B}"/>
          </ac:picMkLst>
        </pc:picChg>
        <pc:picChg chg="del">
          <ac:chgData name="Shanmugapriya S" userId="4de1e44f8bc91e21" providerId="Windows Live" clId="Web-{CE4F3B00-49F4-46D7-9E47-D176EBB9891E}" dt="2026-03-01T12:49:18.567" v="1"/>
          <ac:picMkLst>
            <pc:docMk/>
            <pc:sldMk cId="2828237992" sldId="260"/>
            <ac:picMk id="28" creationId="{CE710C2B-C7FC-A6DD-A1D2-2E6949F29D14}"/>
          </ac:picMkLst>
        </pc:picChg>
        <pc:cxnChg chg="add del">
          <ac:chgData name="Shanmugapriya S" userId="4de1e44f8bc91e21" providerId="Windows Live" clId="Web-{CE4F3B00-49F4-46D7-9E47-D176EBB9891E}" dt="2026-03-01T12:49:54.851" v="3"/>
          <ac:cxnSpMkLst>
            <pc:docMk/>
            <pc:sldMk cId="2828237992" sldId="260"/>
            <ac:cxnSpMk id="3" creationId="{31B9FD6C-394D-AE83-DC4B-957024F56331}"/>
          </ac:cxnSpMkLst>
        </pc:cxnChg>
        <pc:cxnChg chg="add mod">
          <ac:chgData name="Shanmugapriya S" userId="4de1e44f8bc91e21" providerId="Windows Live" clId="Web-{CE4F3B00-49F4-46D7-9E47-D176EBB9891E}" dt="2026-03-01T13:01:06.148" v="72"/>
          <ac:cxnSpMkLst>
            <pc:docMk/>
            <pc:sldMk cId="2828237992" sldId="260"/>
            <ac:cxnSpMk id="5" creationId="{894962EE-AD29-DEC0-F6B5-1BCE352E94D0}"/>
          </ac:cxnSpMkLst>
        </pc:cxnChg>
        <pc:cxnChg chg="add mod">
          <ac:chgData name="Shanmugapriya S" userId="4de1e44f8bc91e21" providerId="Windows Live" clId="Web-{CE4F3B00-49F4-46D7-9E47-D176EBB9891E}" dt="2026-03-01T13:00:31.506" v="68"/>
          <ac:cxnSpMkLst>
            <pc:docMk/>
            <pc:sldMk cId="2828237992" sldId="260"/>
            <ac:cxnSpMk id="6" creationId="{47749C50-0E08-AE81-EF59-A0DAD9677A63}"/>
          </ac:cxnSpMkLst>
        </pc:cxnChg>
        <pc:cxnChg chg="add mod">
          <ac:chgData name="Shanmugapriya S" userId="4de1e44f8bc91e21" providerId="Windows Live" clId="Web-{CE4F3B00-49F4-46D7-9E47-D176EBB9891E}" dt="2026-03-01T13:00:53.116" v="70"/>
          <ac:cxnSpMkLst>
            <pc:docMk/>
            <pc:sldMk cId="2828237992" sldId="260"/>
            <ac:cxnSpMk id="7" creationId="{77C0D433-BB53-6556-7F41-B43DDB08B67D}"/>
          </ac:cxnSpMkLst>
        </pc:cxnChg>
        <pc:cxnChg chg="add mod">
          <ac:chgData name="Shanmugapriya S" userId="4de1e44f8bc91e21" providerId="Windows Live" clId="Web-{CE4F3B00-49F4-46D7-9E47-D176EBB9891E}" dt="2026-03-01T12:51:30.302" v="24" actId="1076"/>
          <ac:cxnSpMkLst>
            <pc:docMk/>
            <pc:sldMk cId="2828237992" sldId="260"/>
            <ac:cxnSpMk id="8" creationId="{E8EFB915-07C1-D24D-87B5-089AE1B3D03F}"/>
          </ac:cxnSpMkLst>
        </pc:cxnChg>
      </pc:sldChg>
      <pc:sldChg chg="addSp delSp modSp">
        <pc:chgData name="Shanmugapriya S" userId="4de1e44f8bc91e21" providerId="Windows Live" clId="Web-{CE4F3B00-49F4-46D7-9E47-D176EBB9891E}" dt="2026-03-01T16:39:05.671" v="921" actId="1076"/>
        <pc:sldMkLst>
          <pc:docMk/>
          <pc:sldMk cId="1714976631" sldId="261"/>
        </pc:sldMkLst>
        <pc:spChg chg="mod">
          <ac:chgData name="Shanmugapriya S" userId="4de1e44f8bc91e21" providerId="Windows Live" clId="Web-{CE4F3B00-49F4-46D7-9E47-D176EBB9891E}" dt="2026-03-01T15:59:37.425" v="487" actId="1076"/>
          <ac:spMkLst>
            <pc:docMk/>
            <pc:sldMk cId="1714976631" sldId="261"/>
            <ac:spMk id="2" creationId="{22BCB845-E065-2D7B-B9B1-442FF2ED210F}"/>
          </ac:spMkLst>
        </pc:spChg>
        <pc:spChg chg="del mod">
          <ac:chgData name="Shanmugapriya S" userId="4de1e44f8bc91e21" providerId="Windows Live" clId="Web-{CE4F3B00-49F4-46D7-9E47-D176EBB9891E}" dt="2026-03-01T15:46:02.812" v="74"/>
          <ac:spMkLst>
            <pc:docMk/>
            <pc:sldMk cId="1714976631" sldId="261"/>
            <ac:spMk id="3" creationId="{C3D416D3-A5C8-D589-CEA9-BA3115937310}"/>
          </ac:spMkLst>
        </pc:spChg>
        <pc:graphicFrameChg chg="add mod ord modGraphic">
          <ac:chgData name="Shanmugapriya S" userId="4de1e44f8bc91e21" providerId="Windows Live" clId="Web-{CE4F3B00-49F4-46D7-9E47-D176EBB9891E}" dt="2026-03-01T16:38:54.953" v="917" actId="14100"/>
          <ac:graphicFrameMkLst>
            <pc:docMk/>
            <pc:sldMk cId="1714976631" sldId="261"/>
            <ac:graphicFrameMk id="4" creationId="{21A3643F-090B-9CCB-A202-4338D2F95464}"/>
          </ac:graphicFrameMkLst>
        </pc:graphicFrameChg>
        <pc:picChg chg="add mod">
          <ac:chgData name="Shanmugapriya S" userId="4de1e44f8bc91e21" providerId="Windows Live" clId="Web-{CE4F3B00-49F4-46D7-9E47-D176EBB9891E}" dt="2026-03-01T16:39:05.671" v="921" actId="1076"/>
          <ac:picMkLst>
            <pc:docMk/>
            <pc:sldMk cId="1714976631" sldId="261"/>
            <ac:picMk id="4016" creationId="{9445A307-C14B-7388-C837-3C59FAFC3405}"/>
          </ac:picMkLst>
        </pc:picChg>
        <pc:picChg chg="add mod">
          <ac:chgData name="Shanmugapriya S" userId="4de1e44f8bc91e21" providerId="Windows Live" clId="Web-{CE4F3B00-49F4-46D7-9E47-D176EBB9891E}" dt="2026-03-01T16:39:02.828" v="920" actId="1076"/>
          <ac:picMkLst>
            <pc:docMk/>
            <pc:sldMk cId="1714976631" sldId="261"/>
            <ac:picMk id="4017" creationId="{A909C7F0-CDFA-88C8-16BA-BEC164A7D3F9}"/>
          </ac:picMkLst>
        </pc:picChg>
        <pc:picChg chg="add mod">
          <ac:chgData name="Shanmugapriya S" userId="4de1e44f8bc91e21" providerId="Windows Live" clId="Web-{CE4F3B00-49F4-46D7-9E47-D176EBB9891E}" dt="2026-03-01T16:39:00.218" v="919" actId="1076"/>
          <ac:picMkLst>
            <pc:docMk/>
            <pc:sldMk cId="1714976631" sldId="261"/>
            <ac:picMk id="4018" creationId="{26CAC263-B178-54D8-C25C-A363E9D95A55}"/>
          </ac:picMkLst>
        </pc:picChg>
        <pc:picChg chg="add mod">
          <ac:chgData name="Shanmugapriya S" userId="4de1e44f8bc91e21" providerId="Windows Live" clId="Web-{CE4F3B00-49F4-46D7-9E47-D176EBB9891E}" dt="2026-03-01T16:38:58.218" v="918" actId="1076"/>
          <ac:picMkLst>
            <pc:docMk/>
            <pc:sldMk cId="1714976631" sldId="261"/>
            <ac:picMk id="4019" creationId="{571F136D-A2CB-6C37-6C7C-8036130B41F7}"/>
          </ac:picMkLst>
        </pc:picChg>
      </pc:sldChg>
      <pc:sldChg chg="addSp delSp modSp">
        <pc:chgData name="Shanmugapriya S" userId="4de1e44f8bc91e21" providerId="Windows Live" clId="Web-{CE4F3B00-49F4-46D7-9E47-D176EBB9891E}" dt="2026-03-01T16:37:33.999" v="902" actId="20577"/>
        <pc:sldMkLst>
          <pc:docMk/>
          <pc:sldMk cId="4282298708" sldId="262"/>
        </pc:sldMkLst>
        <pc:spChg chg="mod">
          <ac:chgData name="Shanmugapriya S" userId="4de1e44f8bc91e21" providerId="Windows Live" clId="Web-{CE4F3B00-49F4-46D7-9E47-D176EBB9891E}" dt="2026-03-01T16:37:05.483" v="896" actId="20577"/>
          <ac:spMkLst>
            <pc:docMk/>
            <pc:sldMk cId="4282298708" sldId="262"/>
            <ac:spMk id="2" creationId="{56B094D3-7BD4-732F-2AA5-0130C82EC03C}"/>
          </ac:spMkLst>
        </pc:spChg>
        <pc:spChg chg="add del mod">
          <ac:chgData name="Shanmugapriya S" userId="4de1e44f8bc91e21" providerId="Windows Live" clId="Web-{CE4F3B00-49F4-46D7-9E47-D176EBB9891E}" dt="2026-03-01T16:35:43.451" v="873" actId="14100"/>
          <ac:spMkLst>
            <pc:docMk/>
            <pc:sldMk cId="4282298708" sldId="262"/>
            <ac:spMk id="3" creationId="{6C39BCFC-0157-FE9B-5B67-DECE4444BAFD}"/>
          </ac:spMkLst>
        </pc:spChg>
        <pc:spChg chg="add mod">
          <ac:chgData name="Shanmugapriya S" userId="4de1e44f8bc91e21" providerId="Windows Live" clId="Web-{CE4F3B00-49F4-46D7-9E47-D176EBB9891E}" dt="2026-03-01T16:37:09.733" v="897" actId="20577"/>
          <ac:spMkLst>
            <pc:docMk/>
            <pc:sldMk cId="4282298708" sldId="262"/>
            <ac:spMk id="4" creationId="{0AD50F4F-D4E4-87C9-D8BE-3E18E229D42C}"/>
          </ac:spMkLst>
        </pc:spChg>
        <pc:spChg chg="add del mod">
          <ac:chgData name="Shanmugapriya S" userId="4de1e44f8bc91e21" providerId="Windows Live" clId="Web-{CE4F3B00-49F4-46D7-9E47-D176EBB9891E}" dt="2026-03-01T16:28:52.853" v="543"/>
          <ac:spMkLst>
            <pc:docMk/>
            <pc:sldMk cId="4282298708" sldId="262"/>
            <ac:spMk id="5" creationId="{557D3E4B-A3F0-CA27-D007-CD8079B6E872}"/>
          </ac:spMkLst>
        </pc:spChg>
        <pc:spChg chg="add del mod">
          <ac:chgData name="Shanmugapriya S" userId="4de1e44f8bc91e21" providerId="Windows Live" clId="Web-{CE4F3B00-49F4-46D7-9E47-D176EBB9891E}" dt="2026-03-01T16:28:50.337" v="542"/>
          <ac:spMkLst>
            <pc:docMk/>
            <pc:sldMk cId="4282298708" sldId="262"/>
            <ac:spMk id="6" creationId="{63941192-BA0E-2C79-D441-463CFB0BAF1E}"/>
          </ac:spMkLst>
        </pc:spChg>
        <pc:spChg chg="add mod">
          <ac:chgData name="Shanmugapriya S" userId="4de1e44f8bc91e21" providerId="Windows Live" clId="Web-{CE4F3B00-49F4-46D7-9E47-D176EBB9891E}" dt="2026-03-01T16:37:33.999" v="902" actId="20577"/>
          <ac:spMkLst>
            <pc:docMk/>
            <pc:sldMk cId="4282298708" sldId="262"/>
            <ac:spMk id="7" creationId="{3084A256-033B-180E-F362-CE62C0B7A8F7}"/>
          </ac:spMkLst>
        </pc:spChg>
        <pc:spChg chg="add mod">
          <ac:chgData name="Shanmugapriya S" userId="4de1e44f8bc91e21" providerId="Windows Live" clId="Web-{CE4F3B00-49F4-46D7-9E47-D176EBB9891E}" dt="2026-03-01T16:37:26.311" v="900" actId="20577"/>
          <ac:spMkLst>
            <pc:docMk/>
            <pc:sldMk cId="4282298708" sldId="262"/>
            <ac:spMk id="8" creationId="{9BF09B04-7975-AFE1-8FF9-A2F38602B4F8}"/>
          </ac:spMkLst>
        </pc:spChg>
        <pc:spChg chg="add mod">
          <ac:chgData name="Shanmugapriya S" userId="4de1e44f8bc91e21" providerId="Windows Live" clId="Web-{CE4F3B00-49F4-46D7-9E47-D176EBB9891E}" dt="2026-03-01T16:37:15.014" v="898" actId="20577"/>
          <ac:spMkLst>
            <pc:docMk/>
            <pc:sldMk cId="4282298708" sldId="262"/>
            <ac:spMk id="9" creationId="{4E5689E5-5BAE-483B-4902-79E0C15E1BD3}"/>
          </ac:spMkLst>
        </pc:spChg>
        <pc:graphicFrameChg chg="add del mod ord modGraphic">
          <ac:chgData name="Shanmugapriya S" userId="4de1e44f8bc91e21" providerId="Windows Live" clId="Web-{CE4F3B00-49F4-46D7-9E47-D176EBB9891E}" dt="2026-03-01T16:01:13.290" v="500"/>
          <ac:graphicFrameMkLst>
            <pc:docMk/>
            <pc:sldMk cId="4282298708" sldId="262"/>
            <ac:graphicFrameMk id="4" creationId="{6EE407BA-5C48-72BC-EB60-112E48C4E865}"/>
          </ac:graphicFrameMkLst>
        </pc:graphicFrameChg>
      </pc:sldChg>
      <pc:sldChg chg="modSp">
        <pc:chgData name="Shanmugapriya S" userId="4de1e44f8bc91e21" providerId="Windows Live" clId="Web-{CE4F3B00-49F4-46D7-9E47-D176EBB9891E}" dt="2026-03-01T16:36:52.764" v="894" actId="20577"/>
        <pc:sldMkLst>
          <pc:docMk/>
          <pc:sldMk cId="2778411271" sldId="263"/>
        </pc:sldMkLst>
        <pc:spChg chg="mod">
          <ac:chgData name="Shanmugapriya S" userId="4de1e44f8bc91e21" providerId="Windows Live" clId="Web-{CE4F3B00-49F4-46D7-9E47-D176EBB9891E}" dt="2026-03-01T16:36:52.764" v="894" actId="20577"/>
          <ac:spMkLst>
            <pc:docMk/>
            <pc:sldMk cId="2778411271" sldId="263"/>
            <ac:spMk id="2" creationId="{EE2CC0D4-1ABC-2005-C7CA-449BBADFE5F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F0ACF-EFF3-4C04-8574-3FFB31F4D559}" type="doc">
      <dgm:prSet loTypeId="urn:microsoft.com/office/officeart/2005/8/layout/process1" loCatId="process" qsTypeId="urn:microsoft.com/office/officeart/2005/8/quickstyle/simple5" qsCatId="simple" csTypeId="urn:microsoft.com/office/officeart/2005/8/colors/accent1_5" csCatId="accent1" phldr="1"/>
      <dgm:spPr/>
    </dgm:pt>
    <dgm:pt modelId="{8542F778-45B1-457A-B2BE-79933BB6CE58}">
      <dgm:prSet phldrT="[Text]"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Citizen Complaint                                </a:t>
          </a:r>
        </a:p>
      </dgm:t>
    </dgm:pt>
    <dgm:pt modelId="{9F93B879-CDFC-4218-9B84-A16E6E0A64D8}" type="parTrans" cxnId="{3422B278-3862-48C7-87D3-B24D2516FA77}">
      <dgm:prSet/>
      <dgm:spPr/>
    </dgm:pt>
    <dgm:pt modelId="{3422C94A-8626-4DE0-8055-3B721861BE25}" type="sibTrans" cxnId="{3422B278-3862-48C7-87D3-B24D2516FA77}">
      <dgm:prSet/>
      <dgm:spPr/>
      <dgm:t>
        <a:bodyPr/>
        <a:lstStyle/>
        <a:p>
          <a:endParaRPr lang="en-GB"/>
        </a:p>
      </dgm:t>
    </dgm:pt>
    <dgm:pt modelId="{9B709F9A-4344-4ACC-A365-5FC3AB33701F}">
      <dgm:prSet phldrT="[Text]"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AI processing (NLP + Sentiment Analysis)</a:t>
          </a:r>
        </a:p>
      </dgm:t>
    </dgm:pt>
    <dgm:pt modelId="{6659CF13-5FCC-48FA-9A7D-97CE31767758}" type="parTrans" cxnId="{BB3E2687-89B0-43EB-99D1-42D330DA436E}">
      <dgm:prSet/>
      <dgm:spPr/>
    </dgm:pt>
    <dgm:pt modelId="{A91C96DB-3A36-477C-97C4-EBF2940CF595}" type="sibTrans" cxnId="{BB3E2687-89B0-43EB-99D1-42D330DA436E}">
      <dgm:prSet/>
      <dgm:spPr/>
      <dgm:t>
        <a:bodyPr/>
        <a:lstStyle/>
        <a:p>
          <a:endParaRPr lang="en-GB"/>
        </a:p>
      </dgm:t>
    </dgm:pt>
    <dgm:pt modelId="{DB9B57FE-D1C7-41E4-87CF-7E57BA5391F0}">
      <dgm:prSet phldrT="[Text]"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Priority Scoring Engine</a:t>
          </a:r>
        </a:p>
      </dgm:t>
    </dgm:pt>
    <dgm:pt modelId="{92EEE65D-A09A-42CB-A062-23D72A6A195C}" type="parTrans" cxnId="{5AD16491-516E-4FA7-AFFD-733851124CCC}">
      <dgm:prSet/>
      <dgm:spPr/>
    </dgm:pt>
    <dgm:pt modelId="{A77267EF-4003-4329-A06F-2D9E440C3D07}" type="sibTrans" cxnId="{5AD16491-516E-4FA7-AFFD-733851124CCC}">
      <dgm:prSet/>
      <dgm:spPr/>
      <dgm:t>
        <a:bodyPr/>
        <a:lstStyle/>
        <a:p>
          <a:endParaRPr lang="en-GB"/>
        </a:p>
      </dgm:t>
    </dgm:pt>
    <dgm:pt modelId="{1D1BEA60-51AA-4413-97D2-277071772250}">
      <dgm:prSet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Real – Time Dashboard</a:t>
          </a:r>
        </a:p>
      </dgm:t>
    </dgm:pt>
    <dgm:pt modelId="{8C8FF3EB-2EA5-4F45-86A1-D0762D05BDA4}" type="parTrans" cxnId="{F940581E-0040-4416-9DE3-036C25A03F53}">
      <dgm:prSet/>
      <dgm:spPr/>
    </dgm:pt>
    <dgm:pt modelId="{605C0A20-778E-48FB-BFCA-84616C2F8EC7}" type="sibTrans" cxnId="{F940581E-0040-4416-9DE3-036C25A03F53}">
      <dgm:prSet/>
      <dgm:spPr/>
      <dgm:t>
        <a:bodyPr/>
        <a:lstStyle/>
        <a:p>
          <a:endParaRPr lang="en-GB"/>
        </a:p>
      </dgm:t>
    </dgm:pt>
    <dgm:pt modelId="{62D4885E-6A12-404F-9549-5F873E131828}">
      <dgm:prSet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Action and Monitoring</a:t>
          </a:r>
        </a:p>
      </dgm:t>
    </dgm:pt>
    <dgm:pt modelId="{1B7D0EA1-51A9-4BE4-9223-D96226F89670}" type="parTrans" cxnId="{F1BC7ADB-CA28-4406-8905-9A054ACE5893}">
      <dgm:prSet/>
      <dgm:spPr/>
    </dgm:pt>
    <dgm:pt modelId="{38E1F73A-DA65-49D1-8CA1-EDCEA60673A6}" type="sibTrans" cxnId="{F1BC7ADB-CA28-4406-8905-9A054ACE5893}">
      <dgm:prSet/>
      <dgm:spPr/>
      <dgm:t>
        <a:bodyPr/>
        <a:lstStyle/>
        <a:p>
          <a:endParaRPr lang="en-GB"/>
        </a:p>
      </dgm:t>
    </dgm:pt>
    <dgm:pt modelId="{1C4FF71E-BDC0-4F75-B46D-9D8B9C99E623}">
      <dgm:prSet phldr="0"/>
      <dgm:spPr/>
      <dgm:t>
        <a:bodyPr/>
        <a:lstStyle/>
        <a:p>
          <a:pPr rtl="0"/>
          <a:r>
            <a:rPr lang="en-GB" dirty="0">
              <a:latin typeface="Segoe UI"/>
              <a:cs typeface="Segoe UI"/>
            </a:rPr>
            <a:t>Pattern and Cluster Detection</a:t>
          </a:r>
        </a:p>
      </dgm:t>
    </dgm:pt>
    <dgm:pt modelId="{8C012A44-C918-4713-AB9E-7F1B3711866B}" type="parTrans" cxnId="{826258F4-80E9-4CB2-B0E7-72D66E8E70DE}">
      <dgm:prSet/>
      <dgm:spPr/>
    </dgm:pt>
    <dgm:pt modelId="{1E92249D-B32A-470E-8D8E-8AF3479F02C8}" type="sibTrans" cxnId="{826258F4-80E9-4CB2-B0E7-72D66E8E70DE}">
      <dgm:prSet/>
      <dgm:spPr/>
      <dgm:t>
        <a:bodyPr/>
        <a:lstStyle/>
        <a:p>
          <a:endParaRPr lang="en-GB"/>
        </a:p>
      </dgm:t>
    </dgm:pt>
    <dgm:pt modelId="{3BDB7739-3492-4BCC-9DD1-58DE70AA88F5}" type="pres">
      <dgm:prSet presAssocID="{9E5F0ACF-EFF3-4C04-8574-3FFB31F4D559}" presName="Name0" presStyleCnt="0">
        <dgm:presLayoutVars>
          <dgm:dir/>
          <dgm:resizeHandles val="exact"/>
        </dgm:presLayoutVars>
      </dgm:prSet>
      <dgm:spPr/>
    </dgm:pt>
    <dgm:pt modelId="{33E01EE6-EB97-410F-A00B-4DAB7C367692}" type="pres">
      <dgm:prSet presAssocID="{8542F778-45B1-457A-B2BE-79933BB6CE58}" presName="node" presStyleLbl="node1" presStyleIdx="0" presStyleCnt="6">
        <dgm:presLayoutVars>
          <dgm:bulletEnabled val="1"/>
        </dgm:presLayoutVars>
      </dgm:prSet>
      <dgm:spPr/>
    </dgm:pt>
    <dgm:pt modelId="{1586ADAA-8B4A-40CD-8B64-A90F708CA0F1}" type="pres">
      <dgm:prSet presAssocID="{3422C94A-8626-4DE0-8055-3B721861BE25}" presName="sibTrans" presStyleLbl="sibTrans2D1" presStyleIdx="0" presStyleCnt="5"/>
      <dgm:spPr/>
    </dgm:pt>
    <dgm:pt modelId="{93000E3E-02BC-4453-A505-8DD2F62E7144}" type="pres">
      <dgm:prSet presAssocID="{3422C94A-8626-4DE0-8055-3B721861BE25}" presName="connectorText" presStyleLbl="sibTrans2D1" presStyleIdx="0" presStyleCnt="5"/>
      <dgm:spPr/>
    </dgm:pt>
    <dgm:pt modelId="{4E4029F4-A5F6-420C-A8DB-254B515655B2}" type="pres">
      <dgm:prSet presAssocID="{9B709F9A-4344-4ACC-A365-5FC3AB33701F}" presName="node" presStyleLbl="node1" presStyleIdx="1" presStyleCnt="6">
        <dgm:presLayoutVars>
          <dgm:bulletEnabled val="1"/>
        </dgm:presLayoutVars>
      </dgm:prSet>
      <dgm:spPr/>
    </dgm:pt>
    <dgm:pt modelId="{3372208D-BA51-49E8-847A-E08D645860AA}" type="pres">
      <dgm:prSet presAssocID="{A91C96DB-3A36-477C-97C4-EBF2940CF595}" presName="sibTrans" presStyleLbl="sibTrans2D1" presStyleIdx="1" presStyleCnt="5"/>
      <dgm:spPr/>
    </dgm:pt>
    <dgm:pt modelId="{50E80420-9E98-48D2-B0B7-F51C599A4783}" type="pres">
      <dgm:prSet presAssocID="{A91C96DB-3A36-477C-97C4-EBF2940CF595}" presName="connectorText" presStyleLbl="sibTrans2D1" presStyleIdx="1" presStyleCnt="5"/>
      <dgm:spPr/>
    </dgm:pt>
    <dgm:pt modelId="{EE5E1618-0E9F-48BB-B07E-58B4BBED2C8C}" type="pres">
      <dgm:prSet presAssocID="{1C4FF71E-BDC0-4F75-B46D-9D8B9C99E623}" presName="node" presStyleLbl="node1" presStyleIdx="2" presStyleCnt="6">
        <dgm:presLayoutVars>
          <dgm:bulletEnabled val="1"/>
        </dgm:presLayoutVars>
      </dgm:prSet>
      <dgm:spPr/>
    </dgm:pt>
    <dgm:pt modelId="{D35F8E81-3CFE-43D9-AA92-4CD084AE35A1}" type="pres">
      <dgm:prSet presAssocID="{1E92249D-B32A-470E-8D8E-8AF3479F02C8}" presName="sibTrans" presStyleLbl="sibTrans2D1" presStyleIdx="2" presStyleCnt="5"/>
      <dgm:spPr/>
    </dgm:pt>
    <dgm:pt modelId="{E672ACFF-DB83-480B-B8DE-88FD02F229ED}" type="pres">
      <dgm:prSet presAssocID="{1E92249D-B32A-470E-8D8E-8AF3479F02C8}" presName="connectorText" presStyleLbl="sibTrans2D1" presStyleIdx="2" presStyleCnt="5"/>
      <dgm:spPr/>
    </dgm:pt>
    <dgm:pt modelId="{901B0A05-7433-4EF4-9886-D7A55BB3DC40}" type="pres">
      <dgm:prSet presAssocID="{DB9B57FE-D1C7-41E4-87CF-7E57BA5391F0}" presName="node" presStyleLbl="node1" presStyleIdx="3" presStyleCnt="6">
        <dgm:presLayoutVars>
          <dgm:bulletEnabled val="1"/>
        </dgm:presLayoutVars>
      </dgm:prSet>
      <dgm:spPr/>
    </dgm:pt>
    <dgm:pt modelId="{B2EAA8E4-2460-445B-923A-EA41D1FE85E8}" type="pres">
      <dgm:prSet presAssocID="{A77267EF-4003-4329-A06F-2D9E440C3D07}" presName="sibTrans" presStyleLbl="sibTrans2D1" presStyleIdx="3" presStyleCnt="5"/>
      <dgm:spPr/>
    </dgm:pt>
    <dgm:pt modelId="{4C2E6F85-A977-48B3-8104-018F29B1CE35}" type="pres">
      <dgm:prSet presAssocID="{A77267EF-4003-4329-A06F-2D9E440C3D07}" presName="connectorText" presStyleLbl="sibTrans2D1" presStyleIdx="3" presStyleCnt="5"/>
      <dgm:spPr/>
    </dgm:pt>
    <dgm:pt modelId="{1A821D47-24A7-4498-9C33-8099D1D2A989}" type="pres">
      <dgm:prSet presAssocID="{1D1BEA60-51AA-4413-97D2-277071772250}" presName="node" presStyleLbl="node1" presStyleIdx="4" presStyleCnt="6">
        <dgm:presLayoutVars>
          <dgm:bulletEnabled val="1"/>
        </dgm:presLayoutVars>
      </dgm:prSet>
      <dgm:spPr/>
    </dgm:pt>
    <dgm:pt modelId="{12CEC49E-AE9E-4056-9826-7AE05CDE8516}" type="pres">
      <dgm:prSet presAssocID="{605C0A20-778E-48FB-BFCA-84616C2F8EC7}" presName="sibTrans" presStyleLbl="sibTrans2D1" presStyleIdx="4" presStyleCnt="5"/>
      <dgm:spPr/>
    </dgm:pt>
    <dgm:pt modelId="{87CE97A3-EC1F-4ABD-B344-C01B0A3A814A}" type="pres">
      <dgm:prSet presAssocID="{605C0A20-778E-48FB-BFCA-84616C2F8EC7}" presName="connectorText" presStyleLbl="sibTrans2D1" presStyleIdx="4" presStyleCnt="5"/>
      <dgm:spPr/>
    </dgm:pt>
    <dgm:pt modelId="{C618A4E7-FFB4-4C16-87C2-EA8510FEC3FB}" type="pres">
      <dgm:prSet presAssocID="{62D4885E-6A12-404F-9549-5F873E131828}" presName="node" presStyleLbl="node1" presStyleIdx="5" presStyleCnt="6">
        <dgm:presLayoutVars>
          <dgm:bulletEnabled val="1"/>
        </dgm:presLayoutVars>
      </dgm:prSet>
      <dgm:spPr/>
    </dgm:pt>
  </dgm:ptLst>
  <dgm:cxnLst>
    <dgm:cxn modelId="{AA62DF0A-0539-4C73-8FBB-B65EC54FF0A1}" type="presOf" srcId="{9B709F9A-4344-4ACC-A365-5FC3AB33701F}" destId="{4E4029F4-A5F6-420C-A8DB-254B515655B2}" srcOrd="0" destOrd="0" presId="urn:microsoft.com/office/officeart/2005/8/layout/process1"/>
    <dgm:cxn modelId="{3F88F10A-2A56-4B8D-9969-C63C5E1B0D0D}" type="presOf" srcId="{605C0A20-778E-48FB-BFCA-84616C2F8EC7}" destId="{87CE97A3-EC1F-4ABD-B344-C01B0A3A814A}" srcOrd="1" destOrd="0" presId="urn:microsoft.com/office/officeart/2005/8/layout/process1"/>
    <dgm:cxn modelId="{1E704F17-16EF-4D75-AF65-7B43F58FFE9B}" type="presOf" srcId="{1C4FF71E-BDC0-4F75-B46D-9D8B9C99E623}" destId="{EE5E1618-0E9F-48BB-B07E-58B4BBED2C8C}" srcOrd="0" destOrd="0" presId="urn:microsoft.com/office/officeart/2005/8/layout/process1"/>
    <dgm:cxn modelId="{F940581E-0040-4416-9DE3-036C25A03F53}" srcId="{9E5F0ACF-EFF3-4C04-8574-3FFB31F4D559}" destId="{1D1BEA60-51AA-4413-97D2-277071772250}" srcOrd="4" destOrd="0" parTransId="{8C8FF3EB-2EA5-4F45-86A1-D0762D05BDA4}" sibTransId="{605C0A20-778E-48FB-BFCA-84616C2F8EC7}"/>
    <dgm:cxn modelId="{C2125524-4700-454B-84EF-48C35C4EB4F9}" type="presOf" srcId="{1E92249D-B32A-470E-8D8E-8AF3479F02C8}" destId="{D35F8E81-3CFE-43D9-AA92-4CD084AE35A1}" srcOrd="0" destOrd="0" presId="urn:microsoft.com/office/officeart/2005/8/layout/process1"/>
    <dgm:cxn modelId="{05E0315F-59BE-423B-861E-F118CFA47782}" type="presOf" srcId="{A77267EF-4003-4329-A06F-2D9E440C3D07}" destId="{B2EAA8E4-2460-445B-923A-EA41D1FE85E8}" srcOrd="0" destOrd="0" presId="urn:microsoft.com/office/officeart/2005/8/layout/process1"/>
    <dgm:cxn modelId="{49DB6D60-E431-43B3-945F-5D111B45544F}" type="presOf" srcId="{9E5F0ACF-EFF3-4C04-8574-3FFB31F4D559}" destId="{3BDB7739-3492-4BCC-9DD1-58DE70AA88F5}" srcOrd="0" destOrd="0" presId="urn:microsoft.com/office/officeart/2005/8/layout/process1"/>
    <dgm:cxn modelId="{4C65FB55-ED52-4B01-AB7A-1954C1002FD3}" type="presOf" srcId="{62D4885E-6A12-404F-9549-5F873E131828}" destId="{C618A4E7-FFB4-4C16-87C2-EA8510FEC3FB}" srcOrd="0" destOrd="0" presId="urn:microsoft.com/office/officeart/2005/8/layout/process1"/>
    <dgm:cxn modelId="{3422B278-3862-48C7-87D3-B24D2516FA77}" srcId="{9E5F0ACF-EFF3-4C04-8574-3FFB31F4D559}" destId="{8542F778-45B1-457A-B2BE-79933BB6CE58}" srcOrd="0" destOrd="0" parTransId="{9F93B879-CDFC-4218-9B84-A16E6E0A64D8}" sibTransId="{3422C94A-8626-4DE0-8055-3B721861BE25}"/>
    <dgm:cxn modelId="{BB3E2687-89B0-43EB-99D1-42D330DA436E}" srcId="{9E5F0ACF-EFF3-4C04-8574-3FFB31F4D559}" destId="{9B709F9A-4344-4ACC-A365-5FC3AB33701F}" srcOrd="1" destOrd="0" parTransId="{6659CF13-5FCC-48FA-9A7D-97CE31767758}" sibTransId="{A91C96DB-3A36-477C-97C4-EBF2940CF595}"/>
    <dgm:cxn modelId="{5AD16491-516E-4FA7-AFFD-733851124CCC}" srcId="{9E5F0ACF-EFF3-4C04-8574-3FFB31F4D559}" destId="{DB9B57FE-D1C7-41E4-87CF-7E57BA5391F0}" srcOrd="3" destOrd="0" parTransId="{92EEE65D-A09A-42CB-A062-23D72A6A195C}" sibTransId="{A77267EF-4003-4329-A06F-2D9E440C3D07}"/>
    <dgm:cxn modelId="{C1E9C093-91DE-4DDF-A5DB-A124112C618E}" type="presOf" srcId="{8542F778-45B1-457A-B2BE-79933BB6CE58}" destId="{33E01EE6-EB97-410F-A00B-4DAB7C367692}" srcOrd="0" destOrd="0" presId="urn:microsoft.com/office/officeart/2005/8/layout/process1"/>
    <dgm:cxn modelId="{9D138F9E-B0F6-4E47-8B9D-845BA864F5F9}" type="presOf" srcId="{DB9B57FE-D1C7-41E4-87CF-7E57BA5391F0}" destId="{901B0A05-7433-4EF4-9886-D7A55BB3DC40}" srcOrd="0" destOrd="0" presId="urn:microsoft.com/office/officeart/2005/8/layout/process1"/>
    <dgm:cxn modelId="{C13044AC-E25A-47E0-B507-C53D4E9C7516}" type="presOf" srcId="{605C0A20-778E-48FB-BFCA-84616C2F8EC7}" destId="{12CEC49E-AE9E-4056-9826-7AE05CDE8516}" srcOrd="0" destOrd="0" presId="urn:microsoft.com/office/officeart/2005/8/layout/process1"/>
    <dgm:cxn modelId="{F3AB6DB2-CCFA-4CED-AB7D-C4F282CC63E6}" type="presOf" srcId="{A91C96DB-3A36-477C-97C4-EBF2940CF595}" destId="{3372208D-BA51-49E8-847A-E08D645860AA}" srcOrd="0" destOrd="0" presId="urn:microsoft.com/office/officeart/2005/8/layout/process1"/>
    <dgm:cxn modelId="{BF8466B3-DD25-486C-B554-AF4BD486991F}" type="presOf" srcId="{3422C94A-8626-4DE0-8055-3B721861BE25}" destId="{1586ADAA-8B4A-40CD-8B64-A90F708CA0F1}" srcOrd="0" destOrd="0" presId="urn:microsoft.com/office/officeart/2005/8/layout/process1"/>
    <dgm:cxn modelId="{F1BC7ADB-CA28-4406-8905-9A054ACE5893}" srcId="{9E5F0ACF-EFF3-4C04-8574-3FFB31F4D559}" destId="{62D4885E-6A12-404F-9549-5F873E131828}" srcOrd="5" destOrd="0" parTransId="{1B7D0EA1-51A9-4BE4-9223-D96226F89670}" sibTransId="{38E1F73A-DA65-49D1-8CA1-EDCEA60673A6}"/>
    <dgm:cxn modelId="{A6DEA2DB-CFD4-4C3C-AAA0-D397379F99E5}" type="presOf" srcId="{1E92249D-B32A-470E-8D8E-8AF3479F02C8}" destId="{E672ACFF-DB83-480B-B8DE-88FD02F229ED}" srcOrd="1" destOrd="0" presId="urn:microsoft.com/office/officeart/2005/8/layout/process1"/>
    <dgm:cxn modelId="{219C17DC-88B4-4EF1-AEDB-47E57ACF4D80}" type="presOf" srcId="{A91C96DB-3A36-477C-97C4-EBF2940CF595}" destId="{50E80420-9E98-48D2-B0B7-F51C599A4783}" srcOrd="1" destOrd="0" presId="urn:microsoft.com/office/officeart/2005/8/layout/process1"/>
    <dgm:cxn modelId="{CDBDD9E5-B3EC-4A6E-87E1-74346A337CC5}" type="presOf" srcId="{A77267EF-4003-4329-A06F-2D9E440C3D07}" destId="{4C2E6F85-A977-48B3-8104-018F29B1CE35}" srcOrd="1" destOrd="0" presId="urn:microsoft.com/office/officeart/2005/8/layout/process1"/>
    <dgm:cxn modelId="{B5B949E6-3DC2-4730-8D87-15ED15341FB4}" type="presOf" srcId="{1D1BEA60-51AA-4413-97D2-277071772250}" destId="{1A821D47-24A7-4498-9C33-8099D1D2A989}" srcOrd="0" destOrd="0" presId="urn:microsoft.com/office/officeart/2005/8/layout/process1"/>
    <dgm:cxn modelId="{826258F4-80E9-4CB2-B0E7-72D66E8E70DE}" srcId="{9E5F0ACF-EFF3-4C04-8574-3FFB31F4D559}" destId="{1C4FF71E-BDC0-4F75-B46D-9D8B9C99E623}" srcOrd="2" destOrd="0" parTransId="{8C012A44-C918-4713-AB9E-7F1B3711866B}" sibTransId="{1E92249D-B32A-470E-8D8E-8AF3479F02C8}"/>
    <dgm:cxn modelId="{CB2AD0F8-2975-42BA-A6F2-0A065FE6B063}" type="presOf" srcId="{3422C94A-8626-4DE0-8055-3B721861BE25}" destId="{93000E3E-02BC-4453-A505-8DD2F62E7144}" srcOrd="1" destOrd="0" presId="urn:microsoft.com/office/officeart/2005/8/layout/process1"/>
    <dgm:cxn modelId="{8BA27505-653A-4CB7-A495-FF265EF387CC}" type="presParOf" srcId="{3BDB7739-3492-4BCC-9DD1-58DE70AA88F5}" destId="{33E01EE6-EB97-410F-A00B-4DAB7C367692}" srcOrd="0" destOrd="0" presId="urn:microsoft.com/office/officeart/2005/8/layout/process1"/>
    <dgm:cxn modelId="{0D826257-32E8-4C9E-94D4-5DB23BF47F45}" type="presParOf" srcId="{3BDB7739-3492-4BCC-9DD1-58DE70AA88F5}" destId="{1586ADAA-8B4A-40CD-8B64-A90F708CA0F1}" srcOrd="1" destOrd="0" presId="urn:microsoft.com/office/officeart/2005/8/layout/process1"/>
    <dgm:cxn modelId="{6B9F96F4-E306-4F90-8FC9-071AA92C1258}" type="presParOf" srcId="{1586ADAA-8B4A-40CD-8B64-A90F708CA0F1}" destId="{93000E3E-02BC-4453-A505-8DD2F62E7144}" srcOrd="0" destOrd="0" presId="urn:microsoft.com/office/officeart/2005/8/layout/process1"/>
    <dgm:cxn modelId="{CFDE5FB8-172B-496B-B057-2D5433B0FD60}" type="presParOf" srcId="{3BDB7739-3492-4BCC-9DD1-58DE70AA88F5}" destId="{4E4029F4-A5F6-420C-A8DB-254B515655B2}" srcOrd="2" destOrd="0" presId="urn:microsoft.com/office/officeart/2005/8/layout/process1"/>
    <dgm:cxn modelId="{27B510B8-8D60-4651-A644-0DA8C1723637}" type="presParOf" srcId="{3BDB7739-3492-4BCC-9DD1-58DE70AA88F5}" destId="{3372208D-BA51-49E8-847A-E08D645860AA}" srcOrd="3" destOrd="0" presId="urn:microsoft.com/office/officeart/2005/8/layout/process1"/>
    <dgm:cxn modelId="{58806A47-7C58-4462-964F-2BA85ED5AA74}" type="presParOf" srcId="{3372208D-BA51-49E8-847A-E08D645860AA}" destId="{50E80420-9E98-48D2-B0B7-F51C599A4783}" srcOrd="0" destOrd="0" presId="urn:microsoft.com/office/officeart/2005/8/layout/process1"/>
    <dgm:cxn modelId="{41D82545-14DF-49CD-BA49-820824BA24E8}" type="presParOf" srcId="{3BDB7739-3492-4BCC-9DD1-58DE70AA88F5}" destId="{EE5E1618-0E9F-48BB-B07E-58B4BBED2C8C}" srcOrd="4" destOrd="0" presId="urn:microsoft.com/office/officeart/2005/8/layout/process1"/>
    <dgm:cxn modelId="{2F4712F9-FDEE-4D4C-9F02-49EEAB612F6C}" type="presParOf" srcId="{3BDB7739-3492-4BCC-9DD1-58DE70AA88F5}" destId="{D35F8E81-3CFE-43D9-AA92-4CD084AE35A1}" srcOrd="5" destOrd="0" presId="urn:microsoft.com/office/officeart/2005/8/layout/process1"/>
    <dgm:cxn modelId="{7F364C1E-7220-4379-A4FA-B2FA7392A301}" type="presParOf" srcId="{D35F8E81-3CFE-43D9-AA92-4CD084AE35A1}" destId="{E672ACFF-DB83-480B-B8DE-88FD02F229ED}" srcOrd="0" destOrd="0" presId="urn:microsoft.com/office/officeart/2005/8/layout/process1"/>
    <dgm:cxn modelId="{636FEF95-14BB-439D-8952-16838638CD86}" type="presParOf" srcId="{3BDB7739-3492-4BCC-9DD1-58DE70AA88F5}" destId="{901B0A05-7433-4EF4-9886-D7A55BB3DC40}" srcOrd="6" destOrd="0" presId="urn:microsoft.com/office/officeart/2005/8/layout/process1"/>
    <dgm:cxn modelId="{A0C199FE-E28B-487B-BF5B-664D3F04B00F}" type="presParOf" srcId="{3BDB7739-3492-4BCC-9DD1-58DE70AA88F5}" destId="{B2EAA8E4-2460-445B-923A-EA41D1FE85E8}" srcOrd="7" destOrd="0" presId="urn:microsoft.com/office/officeart/2005/8/layout/process1"/>
    <dgm:cxn modelId="{3231DCA2-2E50-4027-9551-67C8E48CDF37}" type="presParOf" srcId="{B2EAA8E4-2460-445B-923A-EA41D1FE85E8}" destId="{4C2E6F85-A977-48B3-8104-018F29B1CE35}" srcOrd="0" destOrd="0" presId="urn:microsoft.com/office/officeart/2005/8/layout/process1"/>
    <dgm:cxn modelId="{DC23C395-F8D5-4101-AA5C-B9B4E4667EFA}" type="presParOf" srcId="{3BDB7739-3492-4BCC-9DD1-58DE70AA88F5}" destId="{1A821D47-24A7-4498-9C33-8099D1D2A989}" srcOrd="8" destOrd="0" presId="urn:microsoft.com/office/officeart/2005/8/layout/process1"/>
    <dgm:cxn modelId="{BCF66788-0310-417B-ABA0-15163D7D266B}" type="presParOf" srcId="{3BDB7739-3492-4BCC-9DD1-58DE70AA88F5}" destId="{12CEC49E-AE9E-4056-9826-7AE05CDE8516}" srcOrd="9" destOrd="0" presId="urn:microsoft.com/office/officeart/2005/8/layout/process1"/>
    <dgm:cxn modelId="{C57399C9-49DB-424D-B442-DE2CC41DD7D2}" type="presParOf" srcId="{12CEC49E-AE9E-4056-9826-7AE05CDE8516}" destId="{87CE97A3-EC1F-4ABD-B344-C01B0A3A814A}" srcOrd="0" destOrd="0" presId="urn:microsoft.com/office/officeart/2005/8/layout/process1"/>
    <dgm:cxn modelId="{4ACF100A-1EDB-4C23-9B37-5BEC814229B8}" type="presParOf" srcId="{3BDB7739-3492-4BCC-9DD1-58DE70AA88F5}" destId="{C618A4E7-FFB4-4C16-87C2-EA8510FEC3F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451B58-D6EF-405B-8071-FB123E0290DF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43B392-DA10-4333-8D53-014F159977C4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Presentation Layer</a:t>
          </a:r>
        </a:p>
      </dgm:t>
    </dgm:pt>
    <dgm:pt modelId="{F86DB221-3EA8-407C-AF01-C9C82A049C80}" type="parTrans" cxnId="{0B535AB7-B212-4C0E-8507-B28C0ABA823D}">
      <dgm:prSet/>
      <dgm:spPr/>
      <dgm:t>
        <a:bodyPr/>
        <a:lstStyle/>
        <a:p>
          <a:endParaRPr lang="en-GB"/>
        </a:p>
      </dgm:t>
    </dgm:pt>
    <dgm:pt modelId="{A13DDD03-11A4-427C-870E-A788BF360C44}" type="sibTrans" cxnId="{0B535AB7-B212-4C0E-8507-B28C0ABA823D}">
      <dgm:prSet/>
      <dgm:spPr/>
      <dgm:t>
        <a:bodyPr/>
        <a:lstStyle/>
        <a:p>
          <a:endParaRPr lang="en-GB"/>
        </a:p>
      </dgm:t>
    </dgm:pt>
    <dgm:pt modelId="{2ECD5BA5-3D56-4EFD-8306-1D87FAFDF0F9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Citizen Web Portal</a:t>
          </a:r>
        </a:p>
      </dgm:t>
    </dgm:pt>
    <dgm:pt modelId="{58E8CED1-B167-4FCE-8B95-3D3ABD521F0A}" type="parTrans" cxnId="{8CABCED6-09C9-4CFB-A4C9-77D965FCD1B8}">
      <dgm:prSet/>
      <dgm:spPr/>
      <dgm:t>
        <a:bodyPr/>
        <a:lstStyle/>
        <a:p>
          <a:endParaRPr lang="en-GB"/>
        </a:p>
      </dgm:t>
    </dgm:pt>
    <dgm:pt modelId="{2C8FC63B-9853-4A4D-9AF5-B16E5CB5A926}" type="sibTrans" cxnId="{8CABCED6-09C9-4CFB-A4C9-77D965FCD1B8}">
      <dgm:prSet/>
      <dgm:spPr/>
      <dgm:t>
        <a:bodyPr/>
        <a:lstStyle/>
        <a:p>
          <a:endParaRPr lang="en-GB"/>
        </a:p>
      </dgm:t>
    </dgm:pt>
    <dgm:pt modelId="{55C5CF5B-9AF6-493C-A3D9-0E5630C129A2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Admin Dashboard</a:t>
          </a:r>
        </a:p>
      </dgm:t>
    </dgm:pt>
    <dgm:pt modelId="{D1B2C78A-5ADD-44C3-BF7F-042FCB106133}" type="parTrans" cxnId="{7520DF29-AB66-46ED-954C-FFC5A76DC61C}">
      <dgm:prSet/>
      <dgm:spPr/>
      <dgm:t>
        <a:bodyPr/>
        <a:lstStyle/>
        <a:p>
          <a:endParaRPr lang="en-GB"/>
        </a:p>
      </dgm:t>
    </dgm:pt>
    <dgm:pt modelId="{473FC4E0-C7F2-4F62-A03B-1D4A2DE8B347}" type="sibTrans" cxnId="{7520DF29-AB66-46ED-954C-FFC5A76DC61C}">
      <dgm:prSet/>
      <dgm:spPr/>
      <dgm:t>
        <a:bodyPr/>
        <a:lstStyle/>
        <a:p>
          <a:endParaRPr lang="en-GB"/>
        </a:p>
      </dgm:t>
    </dgm:pt>
    <dgm:pt modelId="{88CEE982-6014-4CA2-A106-B99FE71CB1F6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Authentication and Role Control</a:t>
          </a:r>
        </a:p>
      </dgm:t>
    </dgm:pt>
    <dgm:pt modelId="{9AC72548-6AFB-4045-BFE3-BC9D57D27E2F}" type="parTrans" cxnId="{5AF1466E-2835-4F7B-BAA2-9106846BEF9B}">
      <dgm:prSet/>
      <dgm:spPr/>
      <dgm:t>
        <a:bodyPr/>
        <a:lstStyle/>
        <a:p>
          <a:endParaRPr lang="en-GB"/>
        </a:p>
      </dgm:t>
    </dgm:pt>
    <dgm:pt modelId="{CA6F6563-5248-4AF7-8390-4EE98BC10360}" type="sibTrans" cxnId="{5AF1466E-2835-4F7B-BAA2-9106846BEF9B}">
      <dgm:prSet/>
      <dgm:spPr/>
      <dgm:t>
        <a:bodyPr/>
        <a:lstStyle/>
        <a:p>
          <a:endParaRPr lang="en-GB"/>
        </a:p>
      </dgm:t>
    </dgm:pt>
    <dgm:pt modelId="{00F5B6C3-6A93-4784-AC3A-8EE734795CA4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Application Layer</a:t>
          </a:r>
        </a:p>
      </dgm:t>
    </dgm:pt>
    <dgm:pt modelId="{79BD9F42-864A-4BBB-BB3E-72BA3F7EA21D}" type="parTrans" cxnId="{7060E434-3D9A-4B2E-808A-93C14D8FB6DD}">
      <dgm:prSet/>
      <dgm:spPr/>
      <dgm:t>
        <a:bodyPr/>
        <a:lstStyle/>
        <a:p>
          <a:endParaRPr lang="en-GB"/>
        </a:p>
      </dgm:t>
    </dgm:pt>
    <dgm:pt modelId="{17F0031C-EDE3-4C69-8F09-6F16D95E152A}" type="sibTrans" cxnId="{7060E434-3D9A-4B2E-808A-93C14D8FB6DD}">
      <dgm:prSet/>
      <dgm:spPr/>
      <dgm:t>
        <a:bodyPr/>
        <a:lstStyle/>
        <a:p>
          <a:endParaRPr lang="en-GB"/>
        </a:p>
      </dgm:t>
    </dgm:pt>
    <dgm:pt modelId="{9954C288-04BA-42E6-9DD5-8F9C9C58B008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REST API Services</a:t>
          </a:r>
        </a:p>
      </dgm:t>
    </dgm:pt>
    <dgm:pt modelId="{4928B374-840A-4567-8333-91259BD87911}" type="parTrans" cxnId="{74A77B5F-722D-4D15-8E43-409BB9427D44}">
      <dgm:prSet/>
      <dgm:spPr/>
      <dgm:t>
        <a:bodyPr/>
        <a:lstStyle/>
        <a:p>
          <a:endParaRPr lang="en-GB"/>
        </a:p>
      </dgm:t>
    </dgm:pt>
    <dgm:pt modelId="{EE3EEDDC-A087-4276-9727-49A8CB5FC86F}" type="sibTrans" cxnId="{74A77B5F-722D-4D15-8E43-409BB9427D44}">
      <dgm:prSet/>
      <dgm:spPr/>
      <dgm:t>
        <a:bodyPr/>
        <a:lstStyle/>
        <a:p>
          <a:endParaRPr lang="en-GB"/>
        </a:p>
      </dgm:t>
    </dgm:pt>
    <dgm:pt modelId="{726E56CD-D58D-4B12-8D3F-259F38BB6A40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Complaint Processing Module</a:t>
          </a:r>
        </a:p>
      </dgm:t>
    </dgm:pt>
    <dgm:pt modelId="{7B3967C1-4341-4707-8B83-D7F90BBD0C5E}" type="parTrans" cxnId="{50CFFC88-9050-47BB-81B5-6C0A9C513AA7}">
      <dgm:prSet/>
      <dgm:spPr/>
      <dgm:t>
        <a:bodyPr/>
        <a:lstStyle/>
        <a:p>
          <a:endParaRPr lang="en-GB"/>
        </a:p>
      </dgm:t>
    </dgm:pt>
    <dgm:pt modelId="{CA8252B9-70B6-4F52-BF22-7DAEB7B11738}" type="sibTrans" cxnId="{50CFFC88-9050-47BB-81B5-6C0A9C513AA7}">
      <dgm:prSet/>
      <dgm:spPr/>
      <dgm:t>
        <a:bodyPr/>
        <a:lstStyle/>
        <a:p>
          <a:endParaRPr lang="en-GB"/>
        </a:p>
      </dgm:t>
    </dgm:pt>
    <dgm:pt modelId="{BC80ECC9-9C29-43F6-BB67-3A58C4EA6965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Priority Scoring Engine</a:t>
          </a:r>
        </a:p>
      </dgm:t>
    </dgm:pt>
    <dgm:pt modelId="{3BF66AFD-D1AB-4B02-8806-C4863C46AD83}" type="parTrans" cxnId="{6A7CB1DD-3165-4B21-8541-3219E870D7D4}">
      <dgm:prSet/>
      <dgm:spPr/>
      <dgm:t>
        <a:bodyPr/>
        <a:lstStyle/>
        <a:p>
          <a:endParaRPr lang="en-GB"/>
        </a:p>
      </dgm:t>
    </dgm:pt>
    <dgm:pt modelId="{FF13F421-960E-4639-986A-158C2412FB94}" type="sibTrans" cxnId="{6A7CB1DD-3165-4B21-8541-3219E870D7D4}">
      <dgm:prSet/>
      <dgm:spPr/>
      <dgm:t>
        <a:bodyPr/>
        <a:lstStyle/>
        <a:p>
          <a:endParaRPr lang="en-GB"/>
        </a:p>
      </dgm:t>
    </dgm:pt>
    <dgm:pt modelId="{EF5CBAD5-0089-46C0-9D26-667122995F1B}">
      <dgm:prSet phldrT="[Text]"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Notification System</a:t>
          </a:r>
        </a:p>
      </dgm:t>
    </dgm:pt>
    <dgm:pt modelId="{D3F10C5B-4693-41BA-8FCA-810D84E7678E}" type="parTrans" cxnId="{33115E33-3EF1-4520-95B7-6C0D0AC9D909}">
      <dgm:prSet/>
      <dgm:spPr/>
      <dgm:t>
        <a:bodyPr/>
        <a:lstStyle/>
        <a:p>
          <a:endParaRPr lang="en-GB"/>
        </a:p>
      </dgm:t>
    </dgm:pt>
    <dgm:pt modelId="{40894F54-4D7E-4119-9A7A-531CAF38BFD0}" type="sibTrans" cxnId="{33115E33-3EF1-4520-95B7-6C0D0AC9D909}">
      <dgm:prSet/>
      <dgm:spPr/>
      <dgm:t>
        <a:bodyPr/>
        <a:lstStyle/>
        <a:p>
          <a:endParaRPr lang="en-GB"/>
        </a:p>
      </dgm:t>
    </dgm:pt>
    <dgm:pt modelId="{9CE2F2DB-81C4-4BEA-A2B1-0BD538ED8BA5}">
      <dgm:prSet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AI and Analytics Layer</a:t>
          </a:r>
        </a:p>
      </dgm:t>
    </dgm:pt>
    <dgm:pt modelId="{D588077A-7265-44DF-B11C-E0CBD08C1F28}" type="parTrans" cxnId="{E5C1C005-ACB7-421F-B1B6-5EDAE2735B3F}">
      <dgm:prSet/>
      <dgm:spPr/>
    </dgm:pt>
    <dgm:pt modelId="{52C1FC57-D848-4A18-A1C5-E069AF0866F1}" type="sibTrans" cxnId="{E5C1C005-ACB7-421F-B1B6-5EDAE2735B3F}">
      <dgm:prSet/>
      <dgm:spPr/>
      <dgm:t>
        <a:bodyPr/>
        <a:lstStyle/>
        <a:p>
          <a:endParaRPr lang="en-GB"/>
        </a:p>
      </dgm:t>
    </dgm:pt>
    <dgm:pt modelId="{7147E86B-14E0-46AA-8F7C-3BD0B7270991}">
      <dgm:prSet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NLP Processing</a:t>
          </a:r>
        </a:p>
      </dgm:t>
    </dgm:pt>
    <dgm:pt modelId="{370E3E5D-8884-4C9F-B2E1-FBE70364CEDC}" type="parTrans" cxnId="{BF9A29C0-66AF-4774-9574-146F96C3E726}">
      <dgm:prSet/>
      <dgm:spPr/>
    </dgm:pt>
    <dgm:pt modelId="{098EBEB9-9A9F-443B-9C99-7FDA2E0D7844}" type="sibTrans" cxnId="{BF9A29C0-66AF-4774-9574-146F96C3E726}">
      <dgm:prSet/>
      <dgm:spPr/>
    </dgm:pt>
    <dgm:pt modelId="{16F2325B-FE83-467A-AD0A-2F3D07A434C1}">
      <dgm:prSet phldr="0"/>
      <dgm:spPr/>
      <dgm:t>
        <a:bodyPr/>
        <a:lstStyle/>
        <a:p>
          <a:pPr rtl="0"/>
          <a:r>
            <a:rPr lang="en-GB" b="0" dirty="0">
              <a:latin typeface="Segoe UI"/>
              <a:cs typeface="Segoe UI"/>
            </a:rPr>
            <a:t>Sentiment </a:t>
          </a:r>
          <a:r>
            <a:rPr lang="en-GB" sz="1800" b="0" dirty="0">
              <a:latin typeface="Segoe UI"/>
              <a:cs typeface="Segoe UI"/>
            </a:rPr>
            <a:t>Processing</a:t>
          </a:r>
          <a:r>
            <a:rPr lang="en-GB" sz="3400" b="0" dirty="0">
              <a:latin typeface="Segoe UI"/>
              <a:cs typeface="Segoe UI"/>
            </a:rPr>
            <a:t>  </a:t>
          </a:r>
          <a:endParaRPr lang="en-GB" sz="3000" b="0" dirty="0">
            <a:latin typeface="Segoe UI"/>
            <a:cs typeface="Segoe UI"/>
          </a:endParaRPr>
        </a:p>
      </dgm:t>
    </dgm:pt>
    <dgm:pt modelId="{B4602BCD-1B6B-4138-B54D-AE3165111396}" type="parTrans" cxnId="{0590BDFF-447C-4804-837F-EF7CE28F5AEB}">
      <dgm:prSet/>
      <dgm:spPr/>
    </dgm:pt>
    <dgm:pt modelId="{FB90A8B4-FB2F-43B9-9A4B-B82A8A5363F7}" type="sibTrans" cxnId="{0590BDFF-447C-4804-837F-EF7CE28F5AEB}">
      <dgm:prSet/>
      <dgm:spPr/>
    </dgm:pt>
    <dgm:pt modelId="{F7FB3BC8-F0F4-4646-98DC-F0353BAA9071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Issue Classification</a:t>
          </a:r>
        </a:p>
      </dgm:t>
    </dgm:pt>
    <dgm:pt modelId="{738959D5-BC01-4C46-A75B-0B7514FCAC60}" type="parTrans" cxnId="{A7C0A7C9-5582-44D0-931A-D6265E21A714}">
      <dgm:prSet/>
      <dgm:spPr/>
    </dgm:pt>
    <dgm:pt modelId="{3508AB38-779B-4F30-BB24-969B8095DBBE}" type="sibTrans" cxnId="{A7C0A7C9-5582-44D0-931A-D6265E21A714}">
      <dgm:prSet/>
      <dgm:spPr/>
    </dgm:pt>
    <dgm:pt modelId="{2AFE72C6-9B36-4174-995F-0BC2C87056AC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Complaint Clustering</a:t>
          </a:r>
        </a:p>
      </dgm:t>
    </dgm:pt>
    <dgm:pt modelId="{D2263670-2B30-48E1-B1CA-63835E429008}" type="parTrans" cxnId="{037100E8-17DF-48AD-8E73-2DFD2A4C9F53}">
      <dgm:prSet/>
      <dgm:spPr/>
    </dgm:pt>
    <dgm:pt modelId="{49B91967-A78C-4A6B-A970-4E1098D309F9}" type="sibTrans" cxnId="{037100E8-17DF-48AD-8E73-2DFD2A4C9F53}">
      <dgm:prSet/>
      <dgm:spPr/>
    </dgm:pt>
    <dgm:pt modelId="{1C363E66-C591-40DC-9EA5-2B7DBBD11363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Trend Detection </a:t>
          </a:r>
        </a:p>
      </dgm:t>
    </dgm:pt>
    <dgm:pt modelId="{5C2AEBED-10DD-4ADA-98B5-BF9041621145}" type="parTrans" cxnId="{714B8A75-0F0B-4A14-8A21-BB88775D2DD1}">
      <dgm:prSet/>
      <dgm:spPr/>
    </dgm:pt>
    <dgm:pt modelId="{AAE0AF63-FCFC-4584-A26E-D8197785E287}" type="sibTrans" cxnId="{714B8A75-0F0B-4A14-8A21-BB88775D2DD1}">
      <dgm:prSet/>
      <dgm:spPr/>
    </dgm:pt>
    <dgm:pt modelId="{A0EF5FB5-CF44-46CB-85BE-4D01233EF088}">
      <dgm:prSet phldr="0"/>
      <dgm:spPr/>
      <dgm:t>
        <a:bodyPr/>
        <a:lstStyle/>
        <a:p>
          <a:pPr rtl="0"/>
          <a:r>
            <a:rPr lang="en-GB" sz="3800" b="0" dirty="0">
              <a:latin typeface="Segoe UI"/>
              <a:cs typeface="Segoe UI"/>
            </a:rPr>
            <a:t>Data Layer</a:t>
          </a:r>
        </a:p>
      </dgm:t>
    </dgm:pt>
    <dgm:pt modelId="{4E24A969-F7DD-4600-AA00-24D89ABD7333}" type="parTrans" cxnId="{48B31493-2792-4F6A-BC35-A5B7479AB892}">
      <dgm:prSet/>
      <dgm:spPr/>
    </dgm:pt>
    <dgm:pt modelId="{EDBBD3D1-A95F-4F84-8166-2959F8FEA386}" type="sibTrans" cxnId="{48B31493-2792-4F6A-BC35-A5B7479AB892}">
      <dgm:prSet/>
      <dgm:spPr/>
      <dgm:t>
        <a:bodyPr/>
        <a:lstStyle/>
        <a:p>
          <a:endParaRPr lang="en-GB"/>
        </a:p>
      </dgm:t>
    </dgm:pt>
    <dgm:pt modelId="{85C2C02A-6C16-48A0-85E2-6FF65FAA44B1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Complaint Database</a:t>
          </a:r>
        </a:p>
      </dgm:t>
    </dgm:pt>
    <dgm:pt modelId="{2648AD47-1BE9-4034-9FA4-80B0ADD840DD}" type="parTrans" cxnId="{63A38FFB-E9A5-4F2B-B963-E7C373116B53}">
      <dgm:prSet/>
      <dgm:spPr/>
    </dgm:pt>
    <dgm:pt modelId="{6B64025E-DE21-4E13-B9EC-E50F25F24866}" type="sibTrans" cxnId="{63A38FFB-E9A5-4F2B-B963-E7C373116B53}">
      <dgm:prSet/>
      <dgm:spPr/>
    </dgm:pt>
    <dgm:pt modelId="{FB13ECA8-AA4C-4708-9F7A-A65614027B4D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Ward and Location Data</a:t>
          </a:r>
        </a:p>
      </dgm:t>
    </dgm:pt>
    <dgm:pt modelId="{54531E33-232C-48A6-8FBA-5A1E6E25D81C}" type="parTrans" cxnId="{8D1D8653-9249-49E4-8073-36A35240A1D5}">
      <dgm:prSet/>
      <dgm:spPr/>
    </dgm:pt>
    <dgm:pt modelId="{94252686-585B-4CB2-831D-2DA0315589B3}" type="sibTrans" cxnId="{8D1D8653-9249-49E4-8073-36A35240A1D5}">
      <dgm:prSet/>
      <dgm:spPr/>
    </dgm:pt>
    <dgm:pt modelId="{F38C7C31-6B2C-47C4-A3A8-92F6C7E3B937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Historical Records </a:t>
          </a:r>
        </a:p>
      </dgm:t>
    </dgm:pt>
    <dgm:pt modelId="{64BBAEB5-1822-4431-B7DB-045C2A78934C}" type="parTrans" cxnId="{B2D67E60-9CD9-48E6-9C02-D9F358790492}">
      <dgm:prSet/>
      <dgm:spPr/>
    </dgm:pt>
    <dgm:pt modelId="{322E5D1B-0E24-46C0-9F81-02FCF7838E8D}" type="sibTrans" cxnId="{B2D67E60-9CD9-48E6-9C02-D9F358790492}">
      <dgm:prSet/>
      <dgm:spPr/>
    </dgm:pt>
    <dgm:pt modelId="{EBC5857B-011A-47C4-A1D2-69BC3893A0B8}">
      <dgm:prSet phldr="0"/>
      <dgm:spPr/>
      <dgm:t>
        <a:bodyPr/>
        <a:lstStyle/>
        <a:p>
          <a:pPr rtl="0"/>
          <a:r>
            <a:rPr lang="en-GB" sz="3400" b="0" dirty="0">
              <a:latin typeface="Segoe UI"/>
              <a:cs typeface="Segoe UI"/>
            </a:rPr>
            <a:t>Analytics Logs </a:t>
          </a:r>
        </a:p>
      </dgm:t>
    </dgm:pt>
    <dgm:pt modelId="{B925E122-CEC6-4E25-9B1A-887D131F8C16}" type="parTrans" cxnId="{8650FE76-B506-44BC-9182-3A8BD00C28F3}">
      <dgm:prSet/>
      <dgm:spPr/>
    </dgm:pt>
    <dgm:pt modelId="{64131DCD-0232-4D0F-A5F1-6EFD9B2E1454}" type="sibTrans" cxnId="{8650FE76-B506-44BC-9182-3A8BD00C28F3}">
      <dgm:prSet/>
      <dgm:spPr/>
    </dgm:pt>
    <dgm:pt modelId="{7B7EFA8C-E8BB-4C2B-9179-8FA68B43EE63}" type="pres">
      <dgm:prSet presAssocID="{85451B58-D6EF-405B-8071-FB123E0290DF}" presName="linearFlow" presStyleCnt="0">
        <dgm:presLayoutVars>
          <dgm:dir/>
          <dgm:animLvl val="lvl"/>
          <dgm:resizeHandles val="exact"/>
        </dgm:presLayoutVars>
      </dgm:prSet>
      <dgm:spPr/>
    </dgm:pt>
    <dgm:pt modelId="{F03143FB-E3D4-4DBA-BB5D-E67C3CC71346}" type="pres">
      <dgm:prSet presAssocID="{4643B392-DA10-4333-8D53-014F159977C4}" presName="composite" presStyleCnt="0"/>
      <dgm:spPr/>
    </dgm:pt>
    <dgm:pt modelId="{941403BA-1CB8-44D9-956A-2D3F66D505B0}" type="pres">
      <dgm:prSet presAssocID="{4643B392-DA10-4333-8D53-014F159977C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8BFF716-56BC-4276-938C-29BEDB31A0B7}" type="pres">
      <dgm:prSet presAssocID="{4643B392-DA10-4333-8D53-014F159977C4}" presName="parSh" presStyleLbl="node1" presStyleIdx="0" presStyleCnt="4"/>
      <dgm:spPr/>
    </dgm:pt>
    <dgm:pt modelId="{5215D384-957F-493A-9404-896474B9DDC7}" type="pres">
      <dgm:prSet presAssocID="{4643B392-DA10-4333-8D53-014F159977C4}" presName="desTx" presStyleLbl="fgAcc1" presStyleIdx="0" presStyleCnt="4">
        <dgm:presLayoutVars>
          <dgm:bulletEnabled val="1"/>
        </dgm:presLayoutVars>
      </dgm:prSet>
      <dgm:spPr/>
    </dgm:pt>
    <dgm:pt modelId="{02212EDB-6993-427A-B59A-690D109578B5}" type="pres">
      <dgm:prSet presAssocID="{A13DDD03-11A4-427C-870E-A788BF360C44}" presName="sibTrans" presStyleLbl="sibTrans2D1" presStyleIdx="0" presStyleCnt="3"/>
      <dgm:spPr/>
    </dgm:pt>
    <dgm:pt modelId="{560DE903-427F-4728-A666-28108AF20D34}" type="pres">
      <dgm:prSet presAssocID="{A13DDD03-11A4-427C-870E-A788BF360C44}" presName="connTx" presStyleLbl="sibTrans2D1" presStyleIdx="0" presStyleCnt="3"/>
      <dgm:spPr/>
    </dgm:pt>
    <dgm:pt modelId="{E445DD3A-3B59-45FF-96AB-BBA06FE30814}" type="pres">
      <dgm:prSet presAssocID="{00F5B6C3-6A93-4784-AC3A-8EE734795CA4}" presName="composite" presStyleCnt="0"/>
      <dgm:spPr/>
    </dgm:pt>
    <dgm:pt modelId="{30973B9F-D360-454B-94F5-19B7E6402E6D}" type="pres">
      <dgm:prSet presAssocID="{00F5B6C3-6A93-4784-AC3A-8EE734795CA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00F0095-7373-455E-9DD3-DA01401BDE0C}" type="pres">
      <dgm:prSet presAssocID="{00F5B6C3-6A93-4784-AC3A-8EE734795CA4}" presName="parSh" presStyleLbl="node1" presStyleIdx="1" presStyleCnt="4"/>
      <dgm:spPr/>
    </dgm:pt>
    <dgm:pt modelId="{4DC8DC97-E79B-4C10-8C0F-18CEDA6CC31A}" type="pres">
      <dgm:prSet presAssocID="{00F5B6C3-6A93-4784-AC3A-8EE734795CA4}" presName="desTx" presStyleLbl="fgAcc1" presStyleIdx="1" presStyleCnt="4">
        <dgm:presLayoutVars>
          <dgm:bulletEnabled val="1"/>
        </dgm:presLayoutVars>
      </dgm:prSet>
      <dgm:spPr/>
    </dgm:pt>
    <dgm:pt modelId="{7E922A4E-706E-41F2-9132-81516268E1D9}" type="pres">
      <dgm:prSet presAssocID="{17F0031C-EDE3-4C69-8F09-6F16D95E152A}" presName="sibTrans" presStyleLbl="sibTrans2D1" presStyleIdx="1" presStyleCnt="3"/>
      <dgm:spPr/>
    </dgm:pt>
    <dgm:pt modelId="{614B105E-FB6E-4603-9327-163B06C15E6E}" type="pres">
      <dgm:prSet presAssocID="{17F0031C-EDE3-4C69-8F09-6F16D95E152A}" presName="connTx" presStyleLbl="sibTrans2D1" presStyleIdx="1" presStyleCnt="3"/>
      <dgm:spPr/>
    </dgm:pt>
    <dgm:pt modelId="{6B7095D6-4B19-4DEB-876E-E3193E408682}" type="pres">
      <dgm:prSet presAssocID="{9CE2F2DB-81C4-4BEA-A2B1-0BD538ED8BA5}" presName="composite" presStyleCnt="0"/>
      <dgm:spPr/>
    </dgm:pt>
    <dgm:pt modelId="{A0B1C8F6-A025-4C19-A768-9BF7A3AAF2BF}" type="pres">
      <dgm:prSet presAssocID="{9CE2F2DB-81C4-4BEA-A2B1-0BD538ED8BA5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E858AC8-DB3D-4B82-9BDD-65235A77BFEB}" type="pres">
      <dgm:prSet presAssocID="{9CE2F2DB-81C4-4BEA-A2B1-0BD538ED8BA5}" presName="parSh" presStyleLbl="node1" presStyleIdx="2" presStyleCnt="4"/>
      <dgm:spPr/>
    </dgm:pt>
    <dgm:pt modelId="{441384B5-76EF-44F1-A607-D7A263379BAE}" type="pres">
      <dgm:prSet presAssocID="{9CE2F2DB-81C4-4BEA-A2B1-0BD538ED8BA5}" presName="desTx" presStyleLbl="fgAcc1" presStyleIdx="2" presStyleCnt="4">
        <dgm:presLayoutVars>
          <dgm:bulletEnabled val="1"/>
        </dgm:presLayoutVars>
      </dgm:prSet>
      <dgm:spPr/>
    </dgm:pt>
    <dgm:pt modelId="{FF3EDE27-471D-4D1C-BF18-6AB8437D5366}" type="pres">
      <dgm:prSet presAssocID="{52C1FC57-D848-4A18-A1C5-E069AF0866F1}" presName="sibTrans" presStyleLbl="sibTrans2D1" presStyleIdx="2" presStyleCnt="3"/>
      <dgm:spPr/>
    </dgm:pt>
    <dgm:pt modelId="{CDA0BB9C-DD54-4990-8D22-EC73F290547E}" type="pres">
      <dgm:prSet presAssocID="{52C1FC57-D848-4A18-A1C5-E069AF0866F1}" presName="connTx" presStyleLbl="sibTrans2D1" presStyleIdx="2" presStyleCnt="3"/>
      <dgm:spPr/>
    </dgm:pt>
    <dgm:pt modelId="{8B1E8413-7115-4466-BE47-F537CE5ADBA7}" type="pres">
      <dgm:prSet presAssocID="{A0EF5FB5-CF44-46CB-85BE-4D01233EF088}" presName="composite" presStyleCnt="0"/>
      <dgm:spPr/>
    </dgm:pt>
    <dgm:pt modelId="{A0256AE3-DF12-4B11-9E5E-B9EE32BB4FE9}" type="pres">
      <dgm:prSet presAssocID="{A0EF5FB5-CF44-46CB-85BE-4D01233EF088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D71C0C4-5F0C-47E0-BF7A-48BC9ABC34B2}" type="pres">
      <dgm:prSet presAssocID="{A0EF5FB5-CF44-46CB-85BE-4D01233EF088}" presName="parSh" presStyleLbl="node1" presStyleIdx="3" presStyleCnt="4"/>
      <dgm:spPr/>
    </dgm:pt>
    <dgm:pt modelId="{394EDD0F-168C-4FD3-BC98-57992614D870}" type="pres">
      <dgm:prSet presAssocID="{A0EF5FB5-CF44-46CB-85BE-4D01233EF088}" presName="desTx" presStyleLbl="fgAcc1" presStyleIdx="3" presStyleCnt="4">
        <dgm:presLayoutVars>
          <dgm:bulletEnabled val="1"/>
        </dgm:presLayoutVars>
      </dgm:prSet>
      <dgm:spPr/>
    </dgm:pt>
  </dgm:ptLst>
  <dgm:cxnLst>
    <dgm:cxn modelId="{D43EAF04-E061-459C-B50D-5CBCA2E95260}" type="presOf" srcId="{F7FB3BC8-F0F4-4646-98DC-F0353BAA9071}" destId="{441384B5-76EF-44F1-A607-D7A263379BAE}" srcOrd="0" destOrd="2" presId="urn:microsoft.com/office/officeart/2005/8/layout/process3"/>
    <dgm:cxn modelId="{797D5705-AA96-43FF-8295-8E2C4CDC5784}" type="presOf" srcId="{85C2C02A-6C16-48A0-85E2-6FF65FAA44B1}" destId="{394EDD0F-168C-4FD3-BC98-57992614D870}" srcOrd="0" destOrd="0" presId="urn:microsoft.com/office/officeart/2005/8/layout/process3"/>
    <dgm:cxn modelId="{E5C1C005-ACB7-421F-B1B6-5EDAE2735B3F}" srcId="{85451B58-D6EF-405B-8071-FB123E0290DF}" destId="{9CE2F2DB-81C4-4BEA-A2B1-0BD538ED8BA5}" srcOrd="2" destOrd="0" parTransId="{D588077A-7265-44DF-B11C-E0CBD08C1F28}" sibTransId="{52C1FC57-D848-4A18-A1C5-E069AF0866F1}"/>
    <dgm:cxn modelId="{ABB25507-FA6F-45B3-A0CE-DF0DE862B16F}" type="presOf" srcId="{16F2325B-FE83-467A-AD0A-2F3D07A434C1}" destId="{441384B5-76EF-44F1-A607-D7A263379BAE}" srcOrd="0" destOrd="1" presId="urn:microsoft.com/office/officeart/2005/8/layout/process3"/>
    <dgm:cxn modelId="{BE119209-8DE0-446B-A596-4D7534A141CC}" type="presOf" srcId="{1C363E66-C591-40DC-9EA5-2B7DBBD11363}" destId="{441384B5-76EF-44F1-A607-D7A263379BAE}" srcOrd="0" destOrd="4" presId="urn:microsoft.com/office/officeart/2005/8/layout/process3"/>
    <dgm:cxn modelId="{0085C40E-5F95-4554-B518-AB5D939B2DA6}" type="presOf" srcId="{55C5CF5B-9AF6-493C-A3D9-0E5630C129A2}" destId="{5215D384-957F-493A-9404-896474B9DDC7}" srcOrd="0" destOrd="1" presId="urn:microsoft.com/office/officeart/2005/8/layout/process3"/>
    <dgm:cxn modelId="{B6BDCC10-DB68-41B5-A5C7-89753945C47E}" type="presOf" srcId="{726E56CD-D58D-4B12-8D3F-259F38BB6A40}" destId="{4DC8DC97-E79B-4C10-8C0F-18CEDA6CC31A}" srcOrd="0" destOrd="1" presId="urn:microsoft.com/office/officeart/2005/8/layout/process3"/>
    <dgm:cxn modelId="{ED35C81C-AE6F-495C-8943-F7617080C3EB}" type="presOf" srcId="{4643B392-DA10-4333-8D53-014F159977C4}" destId="{941403BA-1CB8-44D9-956A-2D3F66D505B0}" srcOrd="0" destOrd="0" presId="urn:microsoft.com/office/officeart/2005/8/layout/process3"/>
    <dgm:cxn modelId="{4EA12D1D-8082-4FCF-9043-1C8B61D5BEBD}" type="presOf" srcId="{9CE2F2DB-81C4-4BEA-A2B1-0BD538ED8BA5}" destId="{DE858AC8-DB3D-4B82-9BDD-65235A77BFEB}" srcOrd="1" destOrd="0" presId="urn:microsoft.com/office/officeart/2005/8/layout/process3"/>
    <dgm:cxn modelId="{FB9DC41E-C4BD-4252-A846-0942C706F69F}" type="presOf" srcId="{17F0031C-EDE3-4C69-8F09-6F16D95E152A}" destId="{614B105E-FB6E-4603-9327-163B06C15E6E}" srcOrd="1" destOrd="0" presId="urn:microsoft.com/office/officeart/2005/8/layout/process3"/>
    <dgm:cxn modelId="{FC590B23-1933-4E5D-8038-D4E7C5B2EEA4}" type="presOf" srcId="{2ECD5BA5-3D56-4EFD-8306-1D87FAFDF0F9}" destId="{5215D384-957F-493A-9404-896474B9DDC7}" srcOrd="0" destOrd="0" presId="urn:microsoft.com/office/officeart/2005/8/layout/process3"/>
    <dgm:cxn modelId="{7520DF29-AB66-46ED-954C-FFC5A76DC61C}" srcId="{4643B392-DA10-4333-8D53-014F159977C4}" destId="{55C5CF5B-9AF6-493C-A3D9-0E5630C129A2}" srcOrd="1" destOrd="0" parTransId="{D1B2C78A-5ADD-44C3-BF7F-042FCB106133}" sibTransId="{473FC4E0-C7F2-4F62-A03B-1D4A2DE8B347}"/>
    <dgm:cxn modelId="{33115E33-3EF1-4520-95B7-6C0D0AC9D909}" srcId="{00F5B6C3-6A93-4784-AC3A-8EE734795CA4}" destId="{EF5CBAD5-0089-46C0-9D26-667122995F1B}" srcOrd="3" destOrd="0" parTransId="{D3F10C5B-4693-41BA-8FCA-810D84E7678E}" sibTransId="{40894F54-4D7E-4119-9A7A-531CAF38BFD0}"/>
    <dgm:cxn modelId="{7060E434-3D9A-4B2E-808A-93C14D8FB6DD}" srcId="{85451B58-D6EF-405B-8071-FB123E0290DF}" destId="{00F5B6C3-6A93-4784-AC3A-8EE734795CA4}" srcOrd="1" destOrd="0" parTransId="{79BD9F42-864A-4BBB-BB3E-72BA3F7EA21D}" sibTransId="{17F0031C-EDE3-4C69-8F09-6F16D95E152A}"/>
    <dgm:cxn modelId="{50AC3436-10A3-46BF-9478-D6CE9DE91BC1}" type="presOf" srcId="{BC80ECC9-9C29-43F6-BB67-3A58C4EA6965}" destId="{4DC8DC97-E79B-4C10-8C0F-18CEDA6CC31A}" srcOrd="0" destOrd="2" presId="urn:microsoft.com/office/officeart/2005/8/layout/process3"/>
    <dgm:cxn modelId="{BD3B683F-0395-40BF-BCAA-E962D7AFBAF7}" type="presOf" srcId="{52C1FC57-D848-4A18-A1C5-E069AF0866F1}" destId="{CDA0BB9C-DD54-4990-8D22-EC73F290547E}" srcOrd="1" destOrd="0" presId="urn:microsoft.com/office/officeart/2005/8/layout/process3"/>
    <dgm:cxn modelId="{74A77B5F-722D-4D15-8E43-409BB9427D44}" srcId="{00F5B6C3-6A93-4784-AC3A-8EE734795CA4}" destId="{9954C288-04BA-42E6-9DD5-8F9C9C58B008}" srcOrd="0" destOrd="0" parTransId="{4928B374-840A-4567-8333-91259BD87911}" sibTransId="{EE3EEDDC-A087-4276-9727-49A8CB5FC86F}"/>
    <dgm:cxn modelId="{B2D67E60-9CD9-48E6-9C02-D9F358790492}" srcId="{A0EF5FB5-CF44-46CB-85BE-4D01233EF088}" destId="{F38C7C31-6B2C-47C4-A3A8-92F6C7E3B937}" srcOrd="2" destOrd="0" parTransId="{64BBAEB5-1822-4431-B7DB-045C2A78934C}" sibTransId="{322E5D1B-0E24-46C0-9F81-02FCF7838E8D}"/>
    <dgm:cxn modelId="{95514F41-7141-40CA-B354-3E27B0B1FC31}" type="presOf" srcId="{2AFE72C6-9B36-4174-995F-0BC2C87056AC}" destId="{441384B5-76EF-44F1-A607-D7A263379BAE}" srcOrd="0" destOrd="3" presId="urn:microsoft.com/office/officeart/2005/8/layout/process3"/>
    <dgm:cxn modelId="{D799F844-62D5-4B0D-ABA4-26BE8E82720E}" type="presOf" srcId="{A0EF5FB5-CF44-46CB-85BE-4D01233EF088}" destId="{BD71C0C4-5F0C-47E0-BF7A-48BC9ABC34B2}" srcOrd="1" destOrd="0" presId="urn:microsoft.com/office/officeart/2005/8/layout/process3"/>
    <dgm:cxn modelId="{582BBE47-78B4-4B49-8CAF-5C00D6CF0222}" type="presOf" srcId="{9CE2F2DB-81C4-4BEA-A2B1-0BD538ED8BA5}" destId="{A0B1C8F6-A025-4C19-A768-9BF7A3AAF2BF}" srcOrd="0" destOrd="0" presId="urn:microsoft.com/office/officeart/2005/8/layout/process3"/>
    <dgm:cxn modelId="{5AF1466E-2835-4F7B-BAA2-9106846BEF9B}" srcId="{4643B392-DA10-4333-8D53-014F159977C4}" destId="{88CEE982-6014-4CA2-A106-B99FE71CB1F6}" srcOrd="2" destOrd="0" parTransId="{9AC72548-6AFB-4045-BFE3-BC9D57D27E2F}" sibTransId="{CA6F6563-5248-4AF7-8390-4EE98BC10360}"/>
    <dgm:cxn modelId="{8D1D8653-9249-49E4-8073-36A35240A1D5}" srcId="{A0EF5FB5-CF44-46CB-85BE-4D01233EF088}" destId="{FB13ECA8-AA4C-4708-9F7A-A65614027B4D}" srcOrd="1" destOrd="0" parTransId="{54531E33-232C-48A6-8FBA-5A1E6E25D81C}" sibTransId="{94252686-585B-4CB2-831D-2DA0315589B3}"/>
    <dgm:cxn modelId="{22C49454-E244-451D-8BE2-BC14F0DFB406}" type="presOf" srcId="{00F5B6C3-6A93-4784-AC3A-8EE734795CA4}" destId="{30973B9F-D360-454B-94F5-19B7E6402E6D}" srcOrd="0" destOrd="0" presId="urn:microsoft.com/office/officeart/2005/8/layout/process3"/>
    <dgm:cxn modelId="{714B8A75-0F0B-4A14-8A21-BB88775D2DD1}" srcId="{9CE2F2DB-81C4-4BEA-A2B1-0BD538ED8BA5}" destId="{1C363E66-C591-40DC-9EA5-2B7DBBD11363}" srcOrd="4" destOrd="0" parTransId="{5C2AEBED-10DD-4ADA-98B5-BF9041621145}" sibTransId="{AAE0AF63-FCFC-4584-A26E-D8197785E287}"/>
    <dgm:cxn modelId="{8650FE76-B506-44BC-9182-3A8BD00C28F3}" srcId="{A0EF5FB5-CF44-46CB-85BE-4D01233EF088}" destId="{EBC5857B-011A-47C4-A1D2-69BC3893A0B8}" srcOrd="3" destOrd="0" parTransId="{B925E122-CEC6-4E25-9B1A-887D131F8C16}" sibTransId="{64131DCD-0232-4D0F-A5F1-6EFD9B2E1454}"/>
    <dgm:cxn modelId="{2A303A59-3B86-4FAD-B60E-42AEBF8F69BA}" type="presOf" srcId="{88CEE982-6014-4CA2-A106-B99FE71CB1F6}" destId="{5215D384-957F-493A-9404-896474B9DDC7}" srcOrd="0" destOrd="2" presId="urn:microsoft.com/office/officeart/2005/8/layout/process3"/>
    <dgm:cxn modelId="{255E4B7B-D2E8-447D-9123-4C9FF6954A94}" type="presOf" srcId="{7147E86B-14E0-46AA-8F7C-3BD0B7270991}" destId="{441384B5-76EF-44F1-A607-D7A263379BAE}" srcOrd="0" destOrd="0" presId="urn:microsoft.com/office/officeart/2005/8/layout/process3"/>
    <dgm:cxn modelId="{9FE40683-91DB-46CD-A173-75D82176ED5A}" type="presOf" srcId="{52C1FC57-D848-4A18-A1C5-E069AF0866F1}" destId="{FF3EDE27-471D-4D1C-BF18-6AB8437D5366}" srcOrd="0" destOrd="0" presId="urn:microsoft.com/office/officeart/2005/8/layout/process3"/>
    <dgm:cxn modelId="{50CFFC88-9050-47BB-81B5-6C0A9C513AA7}" srcId="{00F5B6C3-6A93-4784-AC3A-8EE734795CA4}" destId="{726E56CD-D58D-4B12-8D3F-259F38BB6A40}" srcOrd="1" destOrd="0" parTransId="{7B3967C1-4341-4707-8B83-D7F90BBD0C5E}" sibTransId="{CA8252B9-70B6-4F52-BF22-7DAEB7B11738}"/>
    <dgm:cxn modelId="{48B31493-2792-4F6A-BC35-A5B7479AB892}" srcId="{85451B58-D6EF-405B-8071-FB123E0290DF}" destId="{A0EF5FB5-CF44-46CB-85BE-4D01233EF088}" srcOrd="3" destOrd="0" parTransId="{4E24A969-F7DD-4600-AA00-24D89ABD7333}" sibTransId="{EDBBD3D1-A95F-4F84-8166-2959F8FEA386}"/>
    <dgm:cxn modelId="{BB1859AB-CD25-4707-8C65-31D374DE77F7}" type="presOf" srcId="{17F0031C-EDE3-4C69-8F09-6F16D95E152A}" destId="{7E922A4E-706E-41F2-9132-81516268E1D9}" srcOrd="0" destOrd="0" presId="urn:microsoft.com/office/officeart/2005/8/layout/process3"/>
    <dgm:cxn modelId="{F760CBAD-0354-47BF-84C3-A06AF49E7197}" type="presOf" srcId="{EBC5857B-011A-47C4-A1D2-69BC3893A0B8}" destId="{394EDD0F-168C-4FD3-BC98-57992614D870}" srcOrd="0" destOrd="3" presId="urn:microsoft.com/office/officeart/2005/8/layout/process3"/>
    <dgm:cxn modelId="{E3D779B3-84C5-4B62-8FD2-65535241ECDE}" type="presOf" srcId="{85451B58-D6EF-405B-8071-FB123E0290DF}" destId="{7B7EFA8C-E8BB-4C2B-9179-8FA68B43EE63}" srcOrd="0" destOrd="0" presId="urn:microsoft.com/office/officeart/2005/8/layout/process3"/>
    <dgm:cxn modelId="{0B535AB7-B212-4C0E-8507-B28C0ABA823D}" srcId="{85451B58-D6EF-405B-8071-FB123E0290DF}" destId="{4643B392-DA10-4333-8D53-014F159977C4}" srcOrd="0" destOrd="0" parTransId="{F86DB221-3EA8-407C-AF01-C9C82A049C80}" sibTransId="{A13DDD03-11A4-427C-870E-A788BF360C44}"/>
    <dgm:cxn modelId="{B5DDB5B8-592A-4E23-8F25-8085999594D4}" type="presOf" srcId="{00F5B6C3-6A93-4784-AC3A-8EE734795CA4}" destId="{F00F0095-7373-455E-9DD3-DA01401BDE0C}" srcOrd="1" destOrd="0" presId="urn:microsoft.com/office/officeart/2005/8/layout/process3"/>
    <dgm:cxn modelId="{997301B9-E70C-4745-A07A-7185F40807CE}" type="presOf" srcId="{A13DDD03-11A4-427C-870E-A788BF360C44}" destId="{02212EDB-6993-427A-B59A-690D109578B5}" srcOrd="0" destOrd="0" presId="urn:microsoft.com/office/officeart/2005/8/layout/process3"/>
    <dgm:cxn modelId="{32380ABA-472D-446B-A2CD-6B491E3EDB6A}" type="presOf" srcId="{4643B392-DA10-4333-8D53-014F159977C4}" destId="{58BFF716-56BC-4276-938C-29BEDB31A0B7}" srcOrd="1" destOrd="0" presId="urn:microsoft.com/office/officeart/2005/8/layout/process3"/>
    <dgm:cxn modelId="{BF9A29C0-66AF-4774-9574-146F96C3E726}" srcId="{9CE2F2DB-81C4-4BEA-A2B1-0BD538ED8BA5}" destId="{7147E86B-14E0-46AA-8F7C-3BD0B7270991}" srcOrd="0" destOrd="0" parTransId="{370E3E5D-8884-4C9F-B2E1-FBE70364CEDC}" sibTransId="{098EBEB9-9A9F-443B-9C99-7FDA2E0D7844}"/>
    <dgm:cxn modelId="{F74129C4-6413-401C-9A6E-8811211D8C61}" type="presOf" srcId="{A13DDD03-11A4-427C-870E-A788BF360C44}" destId="{560DE903-427F-4728-A666-28108AF20D34}" srcOrd="1" destOrd="0" presId="urn:microsoft.com/office/officeart/2005/8/layout/process3"/>
    <dgm:cxn modelId="{AB97CDC7-DAE3-47CE-A3DF-9ACF05BF35D3}" type="presOf" srcId="{A0EF5FB5-CF44-46CB-85BE-4D01233EF088}" destId="{A0256AE3-DF12-4B11-9E5E-B9EE32BB4FE9}" srcOrd="0" destOrd="0" presId="urn:microsoft.com/office/officeart/2005/8/layout/process3"/>
    <dgm:cxn modelId="{A7C0A7C9-5582-44D0-931A-D6265E21A714}" srcId="{9CE2F2DB-81C4-4BEA-A2B1-0BD538ED8BA5}" destId="{F7FB3BC8-F0F4-4646-98DC-F0353BAA9071}" srcOrd="2" destOrd="0" parTransId="{738959D5-BC01-4C46-A75B-0B7514FCAC60}" sibTransId="{3508AB38-779B-4F30-BB24-969B8095DBBE}"/>
    <dgm:cxn modelId="{4E46FEC9-F3B4-4BBF-B6C0-D30178DD4FC6}" type="presOf" srcId="{F38C7C31-6B2C-47C4-A3A8-92F6C7E3B937}" destId="{394EDD0F-168C-4FD3-BC98-57992614D870}" srcOrd="0" destOrd="2" presId="urn:microsoft.com/office/officeart/2005/8/layout/process3"/>
    <dgm:cxn modelId="{8CABCED6-09C9-4CFB-A4C9-77D965FCD1B8}" srcId="{4643B392-DA10-4333-8D53-014F159977C4}" destId="{2ECD5BA5-3D56-4EFD-8306-1D87FAFDF0F9}" srcOrd="0" destOrd="0" parTransId="{58E8CED1-B167-4FCE-8B95-3D3ABD521F0A}" sibTransId="{2C8FC63B-9853-4A4D-9AF5-B16E5CB5A926}"/>
    <dgm:cxn modelId="{6A7CB1DD-3165-4B21-8541-3219E870D7D4}" srcId="{00F5B6C3-6A93-4784-AC3A-8EE734795CA4}" destId="{BC80ECC9-9C29-43F6-BB67-3A58C4EA6965}" srcOrd="2" destOrd="0" parTransId="{3BF66AFD-D1AB-4B02-8806-C4863C46AD83}" sibTransId="{FF13F421-960E-4639-986A-158C2412FB94}"/>
    <dgm:cxn modelId="{CD6DF6E3-4491-4776-A135-C9400E03C366}" type="presOf" srcId="{9954C288-04BA-42E6-9DD5-8F9C9C58B008}" destId="{4DC8DC97-E79B-4C10-8C0F-18CEDA6CC31A}" srcOrd="0" destOrd="0" presId="urn:microsoft.com/office/officeart/2005/8/layout/process3"/>
    <dgm:cxn modelId="{6CFCC3E5-0E6F-4F05-B14C-C8AD220F7AC6}" type="presOf" srcId="{EF5CBAD5-0089-46C0-9D26-667122995F1B}" destId="{4DC8DC97-E79B-4C10-8C0F-18CEDA6CC31A}" srcOrd="0" destOrd="3" presId="urn:microsoft.com/office/officeart/2005/8/layout/process3"/>
    <dgm:cxn modelId="{EF3F6CE7-482B-4A3A-9050-A9C9B823D5E7}" type="presOf" srcId="{FB13ECA8-AA4C-4708-9F7A-A65614027B4D}" destId="{394EDD0F-168C-4FD3-BC98-57992614D870}" srcOrd="0" destOrd="1" presId="urn:microsoft.com/office/officeart/2005/8/layout/process3"/>
    <dgm:cxn modelId="{037100E8-17DF-48AD-8E73-2DFD2A4C9F53}" srcId="{9CE2F2DB-81C4-4BEA-A2B1-0BD538ED8BA5}" destId="{2AFE72C6-9B36-4174-995F-0BC2C87056AC}" srcOrd="3" destOrd="0" parTransId="{D2263670-2B30-48E1-B1CA-63835E429008}" sibTransId="{49B91967-A78C-4A6B-A970-4E1098D309F9}"/>
    <dgm:cxn modelId="{63A38FFB-E9A5-4F2B-B963-E7C373116B53}" srcId="{A0EF5FB5-CF44-46CB-85BE-4D01233EF088}" destId="{85C2C02A-6C16-48A0-85E2-6FF65FAA44B1}" srcOrd="0" destOrd="0" parTransId="{2648AD47-1BE9-4034-9FA4-80B0ADD840DD}" sibTransId="{6B64025E-DE21-4E13-B9EC-E50F25F24866}"/>
    <dgm:cxn modelId="{0590BDFF-447C-4804-837F-EF7CE28F5AEB}" srcId="{9CE2F2DB-81C4-4BEA-A2B1-0BD538ED8BA5}" destId="{16F2325B-FE83-467A-AD0A-2F3D07A434C1}" srcOrd="1" destOrd="0" parTransId="{B4602BCD-1B6B-4138-B54D-AE3165111396}" sibTransId="{FB90A8B4-FB2F-43B9-9A4B-B82A8A5363F7}"/>
    <dgm:cxn modelId="{CAEBF2D2-328C-46C0-B023-EEEB8E1D60B5}" type="presParOf" srcId="{7B7EFA8C-E8BB-4C2B-9179-8FA68B43EE63}" destId="{F03143FB-E3D4-4DBA-BB5D-E67C3CC71346}" srcOrd="0" destOrd="0" presId="urn:microsoft.com/office/officeart/2005/8/layout/process3"/>
    <dgm:cxn modelId="{4FBA01AB-B03A-43A6-AEEF-8E61E3D9CED7}" type="presParOf" srcId="{F03143FB-E3D4-4DBA-BB5D-E67C3CC71346}" destId="{941403BA-1CB8-44D9-956A-2D3F66D505B0}" srcOrd="0" destOrd="0" presId="urn:microsoft.com/office/officeart/2005/8/layout/process3"/>
    <dgm:cxn modelId="{9E773599-988D-4913-BA73-0B380DEF2905}" type="presParOf" srcId="{F03143FB-E3D4-4DBA-BB5D-E67C3CC71346}" destId="{58BFF716-56BC-4276-938C-29BEDB31A0B7}" srcOrd="1" destOrd="0" presId="urn:microsoft.com/office/officeart/2005/8/layout/process3"/>
    <dgm:cxn modelId="{87239808-07FF-49A4-9B08-6DD79DAF767F}" type="presParOf" srcId="{F03143FB-E3D4-4DBA-BB5D-E67C3CC71346}" destId="{5215D384-957F-493A-9404-896474B9DDC7}" srcOrd="2" destOrd="0" presId="urn:microsoft.com/office/officeart/2005/8/layout/process3"/>
    <dgm:cxn modelId="{D6B007C3-1A56-4339-B799-2A1F02A59A6E}" type="presParOf" srcId="{7B7EFA8C-E8BB-4C2B-9179-8FA68B43EE63}" destId="{02212EDB-6993-427A-B59A-690D109578B5}" srcOrd="1" destOrd="0" presId="urn:microsoft.com/office/officeart/2005/8/layout/process3"/>
    <dgm:cxn modelId="{646E1DC3-98CB-4018-A7C7-6D630C966A26}" type="presParOf" srcId="{02212EDB-6993-427A-B59A-690D109578B5}" destId="{560DE903-427F-4728-A666-28108AF20D34}" srcOrd="0" destOrd="0" presId="urn:microsoft.com/office/officeart/2005/8/layout/process3"/>
    <dgm:cxn modelId="{07E8C707-486B-45F3-A748-CED1FAE4DCF6}" type="presParOf" srcId="{7B7EFA8C-E8BB-4C2B-9179-8FA68B43EE63}" destId="{E445DD3A-3B59-45FF-96AB-BBA06FE30814}" srcOrd="2" destOrd="0" presId="urn:microsoft.com/office/officeart/2005/8/layout/process3"/>
    <dgm:cxn modelId="{7206C81F-5983-4451-973B-50065552CF62}" type="presParOf" srcId="{E445DD3A-3B59-45FF-96AB-BBA06FE30814}" destId="{30973B9F-D360-454B-94F5-19B7E6402E6D}" srcOrd="0" destOrd="0" presId="urn:microsoft.com/office/officeart/2005/8/layout/process3"/>
    <dgm:cxn modelId="{628036E6-30D4-4892-88C4-16B7103ED824}" type="presParOf" srcId="{E445DD3A-3B59-45FF-96AB-BBA06FE30814}" destId="{F00F0095-7373-455E-9DD3-DA01401BDE0C}" srcOrd="1" destOrd="0" presId="urn:microsoft.com/office/officeart/2005/8/layout/process3"/>
    <dgm:cxn modelId="{073A9825-6F5E-485C-BB24-5F0BB45DDAE2}" type="presParOf" srcId="{E445DD3A-3B59-45FF-96AB-BBA06FE30814}" destId="{4DC8DC97-E79B-4C10-8C0F-18CEDA6CC31A}" srcOrd="2" destOrd="0" presId="urn:microsoft.com/office/officeart/2005/8/layout/process3"/>
    <dgm:cxn modelId="{55BE313A-C52A-45BE-9236-119FEE6AB301}" type="presParOf" srcId="{7B7EFA8C-E8BB-4C2B-9179-8FA68B43EE63}" destId="{7E922A4E-706E-41F2-9132-81516268E1D9}" srcOrd="3" destOrd="0" presId="urn:microsoft.com/office/officeart/2005/8/layout/process3"/>
    <dgm:cxn modelId="{75886E04-20D8-48B2-BEF0-209C14EF9A8B}" type="presParOf" srcId="{7E922A4E-706E-41F2-9132-81516268E1D9}" destId="{614B105E-FB6E-4603-9327-163B06C15E6E}" srcOrd="0" destOrd="0" presId="urn:microsoft.com/office/officeart/2005/8/layout/process3"/>
    <dgm:cxn modelId="{BD121F08-F814-4EA6-AFB2-061C2BB6246D}" type="presParOf" srcId="{7B7EFA8C-E8BB-4C2B-9179-8FA68B43EE63}" destId="{6B7095D6-4B19-4DEB-876E-E3193E408682}" srcOrd="4" destOrd="0" presId="urn:microsoft.com/office/officeart/2005/8/layout/process3"/>
    <dgm:cxn modelId="{F65AD84C-EF8C-45ED-A8F0-487A7E601CC5}" type="presParOf" srcId="{6B7095D6-4B19-4DEB-876E-E3193E408682}" destId="{A0B1C8F6-A025-4C19-A768-9BF7A3AAF2BF}" srcOrd="0" destOrd="0" presId="urn:microsoft.com/office/officeart/2005/8/layout/process3"/>
    <dgm:cxn modelId="{9B52C6FC-460F-431C-B190-667159444735}" type="presParOf" srcId="{6B7095D6-4B19-4DEB-876E-E3193E408682}" destId="{DE858AC8-DB3D-4B82-9BDD-65235A77BFEB}" srcOrd="1" destOrd="0" presId="urn:microsoft.com/office/officeart/2005/8/layout/process3"/>
    <dgm:cxn modelId="{804F994B-1D40-48F5-91DB-7D833CAB6AB9}" type="presParOf" srcId="{6B7095D6-4B19-4DEB-876E-E3193E408682}" destId="{441384B5-76EF-44F1-A607-D7A263379BAE}" srcOrd="2" destOrd="0" presId="urn:microsoft.com/office/officeart/2005/8/layout/process3"/>
    <dgm:cxn modelId="{4942668C-F04B-4C78-8F8E-4C751895E6FF}" type="presParOf" srcId="{7B7EFA8C-E8BB-4C2B-9179-8FA68B43EE63}" destId="{FF3EDE27-471D-4D1C-BF18-6AB8437D5366}" srcOrd="5" destOrd="0" presId="urn:microsoft.com/office/officeart/2005/8/layout/process3"/>
    <dgm:cxn modelId="{9C877024-176E-4933-99E6-0F3EFBB017E3}" type="presParOf" srcId="{FF3EDE27-471D-4D1C-BF18-6AB8437D5366}" destId="{CDA0BB9C-DD54-4990-8D22-EC73F290547E}" srcOrd="0" destOrd="0" presId="urn:microsoft.com/office/officeart/2005/8/layout/process3"/>
    <dgm:cxn modelId="{6637FB3B-DC38-4D3A-887B-EBC6A690FE1F}" type="presParOf" srcId="{7B7EFA8C-E8BB-4C2B-9179-8FA68B43EE63}" destId="{8B1E8413-7115-4466-BE47-F537CE5ADBA7}" srcOrd="6" destOrd="0" presId="urn:microsoft.com/office/officeart/2005/8/layout/process3"/>
    <dgm:cxn modelId="{667C6846-65D7-48A3-8FFB-656F48CDCED0}" type="presParOf" srcId="{8B1E8413-7115-4466-BE47-F537CE5ADBA7}" destId="{A0256AE3-DF12-4B11-9E5E-B9EE32BB4FE9}" srcOrd="0" destOrd="0" presId="urn:microsoft.com/office/officeart/2005/8/layout/process3"/>
    <dgm:cxn modelId="{4DA5D24C-914F-47C2-B056-9789AB3750E6}" type="presParOf" srcId="{8B1E8413-7115-4466-BE47-F537CE5ADBA7}" destId="{BD71C0C4-5F0C-47E0-BF7A-48BC9ABC34B2}" srcOrd="1" destOrd="0" presId="urn:microsoft.com/office/officeart/2005/8/layout/process3"/>
    <dgm:cxn modelId="{2BB69994-EDA9-4FB0-972E-F71845848228}" type="presParOf" srcId="{8B1E8413-7115-4466-BE47-F537CE5ADBA7}" destId="{394EDD0F-168C-4FD3-BC98-57992614D87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D4698E-1E03-4A4D-A252-2B81E496EA71}" type="doc">
      <dgm:prSet loTypeId="urn:microsoft.com/office/officeart/2017/3/layout/HorizontalLabelsTimeline" loCatId="timelin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GB"/>
        </a:p>
      </dgm:t>
    </dgm:pt>
    <dgm:pt modelId="{C11026B5-7CF0-4379-9D97-761E800BDDDE}">
      <dgm:prSet phldrT="[Text]" phldr="0"/>
      <dgm:spPr/>
      <dgm:t>
        <a:bodyPr/>
        <a:lstStyle/>
        <a:p>
          <a:pPr>
            <a:defRPr b="1"/>
          </a:pPr>
          <a:r>
            <a:rPr lang="en-GB" dirty="0">
              <a:latin typeface="Segoe UI"/>
              <a:cs typeface="Segoe UI"/>
            </a:rPr>
            <a:t>PHASE 1: Requirement Analysis</a:t>
          </a:r>
        </a:p>
      </dgm:t>
    </dgm:pt>
    <dgm:pt modelId="{67FD4246-EB33-435D-8B15-2E33A5AAEB30}" type="parTrans" cxnId="{0C281B05-97B6-4920-89BB-77EE1659C1BF}">
      <dgm:prSet/>
      <dgm:spPr/>
      <dgm:t>
        <a:bodyPr/>
        <a:lstStyle/>
        <a:p>
          <a:endParaRPr lang="en-GB"/>
        </a:p>
      </dgm:t>
    </dgm:pt>
    <dgm:pt modelId="{62A512AC-C56D-4460-BC7B-F3CF96287A7A}" type="sibTrans" cxnId="{0C281B05-97B6-4920-89BB-77EE1659C1BF}">
      <dgm:prSet/>
      <dgm:spPr/>
      <dgm:t>
        <a:bodyPr/>
        <a:lstStyle/>
        <a:p>
          <a:endParaRPr lang="en-GB"/>
        </a:p>
      </dgm:t>
    </dgm:pt>
    <dgm:pt modelId="{C02DACB2-AC8C-42E9-B161-8ABB2B03128B}">
      <dgm:prSet phldrT="[Text]" phldr="0"/>
      <dgm:spPr/>
      <dgm:t>
        <a:bodyPr/>
        <a:lstStyle/>
        <a:p>
          <a:r>
            <a:rPr lang="en-GB" dirty="0">
              <a:latin typeface="Segoe UI"/>
              <a:cs typeface="Segoe UI"/>
            </a:rPr>
            <a:t>Identify ward-level issues </a:t>
          </a:r>
        </a:p>
      </dgm:t>
    </dgm:pt>
    <dgm:pt modelId="{EC65ACFA-5005-4AD7-98BC-9787E9F25E87}" type="parTrans" cxnId="{98757E9E-DD0D-4922-9D97-AC2A9BA161DE}">
      <dgm:prSet/>
      <dgm:spPr/>
      <dgm:t>
        <a:bodyPr/>
        <a:lstStyle/>
        <a:p>
          <a:endParaRPr lang="en-GB"/>
        </a:p>
      </dgm:t>
    </dgm:pt>
    <dgm:pt modelId="{CFD18ECB-39FC-4A39-B200-D56B20BCF5AF}" type="sibTrans" cxnId="{98757E9E-DD0D-4922-9D97-AC2A9BA161DE}">
      <dgm:prSet/>
      <dgm:spPr/>
      <dgm:t>
        <a:bodyPr/>
        <a:lstStyle/>
        <a:p>
          <a:endParaRPr lang="en-GB"/>
        </a:p>
      </dgm:t>
    </dgm:pt>
    <dgm:pt modelId="{86AA82B1-64D2-4A6B-B2AB-A858F58CE1E3}">
      <dgm:prSet phldrT="[Text]" phldr="0"/>
      <dgm:spPr/>
      <dgm:t>
        <a:bodyPr/>
        <a:lstStyle/>
        <a:p>
          <a:r>
            <a:rPr lang="en-GB" b="0" dirty="0">
              <a:latin typeface="Segoe UI"/>
              <a:cs typeface="Segoe UI"/>
            </a:rPr>
            <a:t>Define system features</a:t>
          </a:r>
        </a:p>
      </dgm:t>
    </dgm:pt>
    <dgm:pt modelId="{CF56C547-2964-4BD7-89D8-7E6EF0092083}" type="parTrans" cxnId="{CB22A833-F3EC-4531-ADBC-F0A08D7EF224}">
      <dgm:prSet/>
      <dgm:spPr/>
      <dgm:t>
        <a:bodyPr/>
        <a:lstStyle/>
        <a:p>
          <a:endParaRPr lang="en-GB"/>
        </a:p>
      </dgm:t>
    </dgm:pt>
    <dgm:pt modelId="{4151F364-81E1-42D5-9C11-4B83B4122DBE}" type="sibTrans" cxnId="{CB22A833-F3EC-4531-ADBC-F0A08D7EF224}">
      <dgm:prSet/>
      <dgm:spPr/>
      <dgm:t>
        <a:bodyPr/>
        <a:lstStyle/>
        <a:p>
          <a:endParaRPr lang="en-GB"/>
        </a:p>
      </dgm:t>
    </dgm:pt>
    <dgm:pt modelId="{C4D7F59B-E805-4E46-8C96-7DD0FB886761}">
      <dgm:prSet phldrT="[Text]" phldr="0"/>
      <dgm:spPr/>
      <dgm:t>
        <a:bodyPr/>
        <a:lstStyle/>
        <a:p>
          <a:r>
            <a:rPr lang="en-GB" b="0" dirty="0">
              <a:latin typeface="Segoe UI"/>
              <a:cs typeface="Segoe UI"/>
            </a:rPr>
            <a:t>Collect sample complaint data</a:t>
          </a:r>
        </a:p>
      </dgm:t>
    </dgm:pt>
    <dgm:pt modelId="{51F019BD-F997-49BA-8994-9F6F2FA816CF}" type="parTrans" cxnId="{ADE5B804-EC20-4628-8DD3-31B607B50F59}">
      <dgm:prSet/>
      <dgm:spPr/>
      <dgm:t>
        <a:bodyPr/>
        <a:lstStyle/>
        <a:p>
          <a:endParaRPr lang="en-GB"/>
        </a:p>
      </dgm:t>
    </dgm:pt>
    <dgm:pt modelId="{2052C5BF-F770-44B2-8294-CA38D4A4BDD3}" type="sibTrans" cxnId="{ADE5B804-EC20-4628-8DD3-31B607B50F59}">
      <dgm:prSet/>
      <dgm:spPr/>
      <dgm:t>
        <a:bodyPr/>
        <a:lstStyle/>
        <a:p>
          <a:endParaRPr lang="en-GB"/>
        </a:p>
      </dgm:t>
    </dgm:pt>
    <dgm:pt modelId="{1FC86637-B229-4793-8150-BBF7843E8DB7}">
      <dgm:prSet phldrT="[Text]" phldr="0"/>
      <dgm:spPr/>
      <dgm:t>
        <a:bodyPr/>
        <a:lstStyle/>
        <a:p>
          <a:pPr>
            <a:defRPr b="1"/>
          </a:pPr>
          <a:r>
            <a:rPr lang="en-GB" b="1" dirty="0">
              <a:latin typeface="Segoe UI"/>
              <a:cs typeface="Segoe UI"/>
            </a:rPr>
            <a:t>PHASE 2: System Development</a:t>
          </a:r>
        </a:p>
      </dgm:t>
    </dgm:pt>
    <dgm:pt modelId="{BCC4CCAF-C95C-4779-9B79-C0AC3D19BFAC}" type="parTrans" cxnId="{87AA7858-7C67-4B43-B79D-2F6B12CFC209}">
      <dgm:prSet/>
      <dgm:spPr/>
      <dgm:t>
        <a:bodyPr/>
        <a:lstStyle/>
        <a:p>
          <a:endParaRPr lang="en-GB"/>
        </a:p>
      </dgm:t>
    </dgm:pt>
    <dgm:pt modelId="{09BE433E-1E76-4031-ACDF-1657AA826CAE}" type="sibTrans" cxnId="{87AA7858-7C67-4B43-B79D-2F6B12CFC209}">
      <dgm:prSet/>
      <dgm:spPr/>
      <dgm:t>
        <a:bodyPr/>
        <a:lstStyle/>
        <a:p>
          <a:endParaRPr lang="en-GB"/>
        </a:p>
      </dgm:t>
    </dgm:pt>
    <dgm:pt modelId="{A13BBC15-5F49-42AA-966D-83DDFE093AB8}">
      <dgm:prSet phldrT="[Text]" phldr="0"/>
      <dgm:spPr/>
      <dgm:t>
        <a:bodyPr/>
        <a:lstStyle/>
        <a:p>
          <a:r>
            <a:rPr lang="en-GB" b="0" dirty="0">
              <a:latin typeface="Segoe UI"/>
              <a:cs typeface="Segoe UI"/>
            </a:rPr>
            <a:t>Frontend and backend deployment</a:t>
          </a:r>
        </a:p>
      </dgm:t>
    </dgm:pt>
    <dgm:pt modelId="{3B3634B9-47DB-411C-AFB6-D21561E78BC3}" type="parTrans" cxnId="{ACBDC5F6-9460-4007-857D-429F1C95149F}">
      <dgm:prSet/>
      <dgm:spPr/>
      <dgm:t>
        <a:bodyPr/>
        <a:lstStyle/>
        <a:p>
          <a:endParaRPr lang="en-GB"/>
        </a:p>
      </dgm:t>
    </dgm:pt>
    <dgm:pt modelId="{234BC02D-E903-47CF-B3EC-87B4C790B5D6}" type="sibTrans" cxnId="{ACBDC5F6-9460-4007-857D-429F1C95149F}">
      <dgm:prSet/>
      <dgm:spPr/>
      <dgm:t>
        <a:bodyPr/>
        <a:lstStyle/>
        <a:p>
          <a:endParaRPr lang="en-GB"/>
        </a:p>
      </dgm:t>
    </dgm:pt>
    <dgm:pt modelId="{CDF97D24-4480-45C3-ABBE-03F079193FDD}">
      <dgm:prSet phldr="0"/>
      <dgm:spPr/>
      <dgm:t>
        <a:bodyPr/>
        <a:lstStyle/>
        <a:p>
          <a:r>
            <a:rPr lang="en-GB" b="0" dirty="0">
              <a:latin typeface="Segoe UI"/>
              <a:cs typeface="Segoe UI"/>
            </a:rPr>
            <a:t>API integration</a:t>
          </a:r>
        </a:p>
      </dgm:t>
    </dgm:pt>
    <dgm:pt modelId="{1529234B-F376-43FC-8994-F73E165821E2}" type="parTrans" cxnId="{169C6E81-6E13-4302-AAC1-DA0C8639561B}">
      <dgm:prSet/>
      <dgm:spPr/>
    </dgm:pt>
    <dgm:pt modelId="{592DA720-4A95-4160-82BC-AE64A46B543E}" type="sibTrans" cxnId="{169C6E81-6E13-4302-AAC1-DA0C8639561B}">
      <dgm:prSet/>
      <dgm:spPr/>
    </dgm:pt>
    <dgm:pt modelId="{54E4F201-2C56-4E4F-B047-9C715E0A24FB}">
      <dgm:prSet phldr="0"/>
      <dgm:spPr/>
      <dgm:t>
        <a:bodyPr/>
        <a:lstStyle/>
        <a:p>
          <a:r>
            <a:rPr lang="en-GB" b="0" dirty="0">
              <a:latin typeface="Segoe UI"/>
              <a:cs typeface="Segoe UI"/>
            </a:rPr>
            <a:t>Database setup</a:t>
          </a:r>
        </a:p>
      </dgm:t>
    </dgm:pt>
    <dgm:pt modelId="{8A47F531-6C84-4C57-84F5-6E05046AE680}" type="parTrans" cxnId="{15FFA91A-66F7-4734-9346-9625323DE510}">
      <dgm:prSet/>
      <dgm:spPr/>
    </dgm:pt>
    <dgm:pt modelId="{CA84918A-0951-4DF0-AA3F-B35B5C8D922F}" type="sibTrans" cxnId="{15FFA91A-66F7-4734-9346-9625323DE510}">
      <dgm:prSet/>
      <dgm:spPr/>
    </dgm:pt>
    <dgm:pt modelId="{218F6E48-45A4-4A43-A15B-72239E2E27A8}">
      <dgm:prSet phldr="0"/>
      <dgm:spPr/>
      <dgm:t>
        <a:bodyPr/>
        <a:lstStyle/>
        <a:p>
          <a:pPr>
            <a:defRPr b="1"/>
          </a:pPr>
          <a:r>
            <a:rPr lang="en-GB" b="1" dirty="0">
              <a:latin typeface="Segoe UI"/>
              <a:cs typeface="Segoe UI"/>
            </a:rPr>
            <a:t>PHASE 3: AI Model Integration</a:t>
          </a:r>
        </a:p>
      </dgm:t>
    </dgm:pt>
    <dgm:pt modelId="{483AD3B7-BFD8-4875-B142-203EC1090410}" type="parTrans" cxnId="{58F77FA1-E2F1-4C6C-8CE3-66AC020BC349}">
      <dgm:prSet/>
      <dgm:spPr/>
    </dgm:pt>
    <dgm:pt modelId="{EC059C66-CC7A-42AD-8808-9B2C800595A4}" type="sibTrans" cxnId="{58F77FA1-E2F1-4C6C-8CE3-66AC020BC349}">
      <dgm:prSet/>
      <dgm:spPr/>
    </dgm:pt>
    <dgm:pt modelId="{318F0150-4E4C-4E02-8CC6-FD60150119EA}">
      <dgm:prSet phldr="0"/>
      <dgm:spPr/>
      <dgm:t>
        <a:bodyPr/>
        <a:lstStyle/>
        <a:p>
          <a:r>
            <a:rPr lang="en-GB" dirty="0">
              <a:latin typeface="Segoe UI"/>
              <a:cs typeface="Segoe UI"/>
            </a:rPr>
            <a:t>NLP Integration</a:t>
          </a:r>
        </a:p>
      </dgm:t>
    </dgm:pt>
    <dgm:pt modelId="{FF13B67A-0EA0-40EB-9A3E-ACC654517D8E}" type="parTrans" cxnId="{A8C5D112-BE45-420D-9A7D-AFF54D885B2E}">
      <dgm:prSet/>
      <dgm:spPr/>
    </dgm:pt>
    <dgm:pt modelId="{AD3F5D0C-FF88-4C14-A75C-F803038835A7}" type="sibTrans" cxnId="{A8C5D112-BE45-420D-9A7D-AFF54D885B2E}">
      <dgm:prSet/>
      <dgm:spPr/>
    </dgm:pt>
    <dgm:pt modelId="{E6AB73AE-1B01-47E5-9334-B0C7E2CFE0AC}">
      <dgm:prSet phldr="0"/>
      <dgm:spPr/>
      <dgm:t>
        <a:bodyPr/>
        <a:lstStyle/>
        <a:p>
          <a:r>
            <a:rPr lang="en-GB" dirty="0">
              <a:latin typeface="Segoe UI"/>
              <a:cs typeface="Segoe UI"/>
            </a:rPr>
            <a:t>Sentiment Analysis</a:t>
          </a:r>
        </a:p>
      </dgm:t>
    </dgm:pt>
    <dgm:pt modelId="{FBF07900-07F1-4F43-8BDB-984BEF07AAAA}" type="parTrans" cxnId="{055CDB66-BB42-420C-954D-E361817AC971}">
      <dgm:prSet/>
      <dgm:spPr/>
    </dgm:pt>
    <dgm:pt modelId="{F9B3FEC0-A4A2-423B-8403-7475298971D9}" type="sibTrans" cxnId="{055CDB66-BB42-420C-954D-E361817AC971}">
      <dgm:prSet/>
      <dgm:spPr/>
    </dgm:pt>
    <dgm:pt modelId="{1B77FA83-C5A5-4B39-ADF8-36CE5DD2DC98}">
      <dgm:prSet phldr="0"/>
      <dgm:spPr/>
      <dgm:t>
        <a:bodyPr/>
        <a:lstStyle/>
        <a:p>
          <a:r>
            <a:rPr lang="en-GB" dirty="0">
              <a:latin typeface="Segoe UI"/>
              <a:cs typeface="Segoe UI"/>
            </a:rPr>
            <a:t>Issue Classification and clustering</a:t>
          </a:r>
        </a:p>
      </dgm:t>
    </dgm:pt>
    <dgm:pt modelId="{C0C38C9B-59C5-468F-ABAF-DCF35F231F14}" type="parTrans" cxnId="{9878C930-A092-4016-88BA-0E48DE647784}">
      <dgm:prSet/>
      <dgm:spPr/>
    </dgm:pt>
    <dgm:pt modelId="{C40A9D57-BE81-4494-B61C-C7C341DAEC0D}" type="sibTrans" cxnId="{9878C930-A092-4016-88BA-0E48DE647784}">
      <dgm:prSet/>
      <dgm:spPr/>
    </dgm:pt>
    <dgm:pt modelId="{C5DB0436-2383-47F9-9725-8389D5A8E8DC}">
      <dgm:prSet phldr="0"/>
      <dgm:spPr/>
      <dgm:t>
        <a:bodyPr/>
        <a:lstStyle/>
        <a:p>
          <a:pPr>
            <a:defRPr b="1"/>
          </a:pPr>
          <a:r>
            <a:rPr lang="en-GB" sz="2200" b="1" dirty="0">
              <a:latin typeface="Segoe UI"/>
              <a:cs typeface="Segoe UI"/>
            </a:rPr>
            <a:t>PHASE 4: Deployment and Testing</a:t>
          </a:r>
        </a:p>
      </dgm:t>
    </dgm:pt>
    <dgm:pt modelId="{B52E8DCB-3BFD-4714-B07C-1FAF5B11B9CA}" type="parTrans" cxnId="{32FB59E1-50A6-4DEA-88C4-8107E51A93C5}">
      <dgm:prSet/>
      <dgm:spPr/>
    </dgm:pt>
    <dgm:pt modelId="{374C85A6-AA6B-43A5-9690-F20425ECE893}" type="sibTrans" cxnId="{32FB59E1-50A6-4DEA-88C4-8107E51A93C5}">
      <dgm:prSet/>
      <dgm:spPr/>
    </dgm:pt>
    <dgm:pt modelId="{4562B3CF-71C0-4BDF-BB61-053FF7FF21D9}">
      <dgm:prSet phldr="0"/>
      <dgm:spPr/>
      <dgm:t>
        <a:bodyPr/>
        <a:lstStyle/>
        <a:p>
          <a:r>
            <a:rPr lang="en-GB" sz="1800" b="0" dirty="0">
              <a:latin typeface="Segoe UI"/>
              <a:cs typeface="Segoe UI"/>
            </a:rPr>
            <a:t>Cloud deployment </a:t>
          </a:r>
        </a:p>
      </dgm:t>
    </dgm:pt>
    <dgm:pt modelId="{59AE174F-F13D-4502-80B9-6FA5A930E53B}" type="parTrans" cxnId="{9577E4B8-01D9-4132-A66F-A26CC8A300B6}">
      <dgm:prSet/>
      <dgm:spPr/>
    </dgm:pt>
    <dgm:pt modelId="{C9F01F85-1491-4869-9B7C-81F30615474B}" type="sibTrans" cxnId="{9577E4B8-01D9-4132-A66F-A26CC8A300B6}">
      <dgm:prSet/>
      <dgm:spPr/>
    </dgm:pt>
    <dgm:pt modelId="{8CA1FF96-BB31-413B-91CD-80FB23DEEE47}">
      <dgm:prSet phldr="0"/>
      <dgm:spPr/>
      <dgm:t>
        <a:bodyPr/>
        <a:lstStyle/>
        <a:p>
          <a:r>
            <a:rPr lang="en-GB" sz="1800" b="0" dirty="0">
              <a:latin typeface="Segoe UI"/>
              <a:cs typeface="Segoe UI"/>
            </a:rPr>
            <a:t>Pilot testing in one ward </a:t>
          </a:r>
        </a:p>
      </dgm:t>
    </dgm:pt>
    <dgm:pt modelId="{272EDBEC-9D40-4070-A281-49695F06F187}" type="parTrans" cxnId="{20AE10AD-15C3-4DDC-A88D-94BCFE0D8AAF}">
      <dgm:prSet/>
      <dgm:spPr/>
    </dgm:pt>
    <dgm:pt modelId="{8DCE1F68-4C18-4BD5-815E-D3B297DE5AFF}" type="sibTrans" cxnId="{20AE10AD-15C3-4DDC-A88D-94BCFE0D8AAF}">
      <dgm:prSet/>
      <dgm:spPr/>
    </dgm:pt>
    <dgm:pt modelId="{80D3BE07-B231-4524-8AE2-DE054FFD0150}">
      <dgm:prSet phldr="0"/>
      <dgm:spPr/>
      <dgm:t>
        <a:bodyPr/>
        <a:lstStyle/>
        <a:p>
          <a:pPr rtl="0"/>
          <a:r>
            <a:rPr lang="en-GB" sz="1800" b="0" dirty="0">
              <a:latin typeface="Segoe UI"/>
              <a:cs typeface="Segoe UI"/>
            </a:rPr>
            <a:t>Performance monitoring and optimization</a:t>
          </a:r>
        </a:p>
      </dgm:t>
    </dgm:pt>
    <dgm:pt modelId="{D508F4D4-D9E5-43D9-A3B2-0B1AB7494697}" type="parTrans" cxnId="{BB1919EE-3D9D-4DA6-B9EB-B85630FEF719}">
      <dgm:prSet/>
      <dgm:spPr/>
    </dgm:pt>
    <dgm:pt modelId="{68ACE6A4-CFDC-4055-B4A2-B5AD4FD01B6C}" type="sibTrans" cxnId="{BB1919EE-3D9D-4DA6-B9EB-B85630FEF719}">
      <dgm:prSet/>
      <dgm:spPr/>
    </dgm:pt>
    <dgm:pt modelId="{DD5D2AA7-0A23-4E6A-A076-DD62E699B1E1}" type="pres">
      <dgm:prSet presAssocID="{11D4698E-1E03-4A4D-A252-2B81E496EA71}" presName="root" presStyleCnt="0">
        <dgm:presLayoutVars>
          <dgm:chMax/>
          <dgm:chPref/>
          <dgm:animLvl val="lvl"/>
        </dgm:presLayoutVars>
      </dgm:prSet>
      <dgm:spPr/>
    </dgm:pt>
    <dgm:pt modelId="{DF0DA293-7C83-4889-8861-043AC8EF0C4B}" type="pres">
      <dgm:prSet presAssocID="{11D4698E-1E03-4A4D-A252-2B81E496EA71}" presName="divider" presStyleLbl="fgAcc1" presStyleIdx="0" presStyleCnt="1"/>
      <dgm:spPr/>
    </dgm:pt>
    <dgm:pt modelId="{4FB81201-B1C4-4219-B4B6-51C5AF3F9DC9}" type="pres">
      <dgm:prSet presAssocID="{11D4698E-1E03-4A4D-A252-2B81E496EA71}" presName="nodes" presStyleCnt="0">
        <dgm:presLayoutVars>
          <dgm:chMax/>
          <dgm:chPref/>
          <dgm:animLvl val="lvl"/>
        </dgm:presLayoutVars>
      </dgm:prSet>
      <dgm:spPr/>
    </dgm:pt>
    <dgm:pt modelId="{18CD6BE9-DF24-4B9A-BCEA-A4BE4EF0ECD3}" type="pres">
      <dgm:prSet presAssocID="{C11026B5-7CF0-4379-9D97-761E800BDDDE}" presName="composite" presStyleCnt="0"/>
      <dgm:spPr/>
    </dgm:pt>
    <dgm:pt modelId="{5382B2F9-CF8C-48CB-99AD-96CDCFFFB5B5}" type="pres">
      <dgm:prSet presAssocID="{C11026B5-7CF0-4379-9D97-761E800BDDDE}" presName="L1TextContainer" presStyleLbl="alignNode1" presStyleIdx="0" presStyleCnt="4">
        <dgm:presLayoutVars>
          <dgm:chMax val="1"/>
          <dgm:chPref val="1"/>
          <dgm:bulletEnabled val="1"/>
        </dgm:presLayoutVars>
      </dgm:prSet>
      <dgm:spPr/>
    </dgm:pt>
    <dgm:pt modelId="{9D0CE8B8-922C-488A-94BB-58D5B184B7AF}" type="pres">
      <dgm:prSet presAssocID="{C11026B5-7CF0-4379-9D97-761E800BDDDE}" presName="L2TextContainerWrapper" presStyleCnt="0">
        <dgm:presLayoutVars>
          <dgm:bulletEnabled val="1"/>
        </dgm:presLayoutVars>
      </dgm:prSet>
      <dgm:spPr/>
    </dgm:pt>
    <dgm:pt modelId="{DE4E6E6B-9A2A-4EF2-B14B-E918CA634251}" type="pres">
      <dgm:prSet presAssocID="{C11026B5-7CF0-4379-9D97-761E800BDDDE}" presName="L2TextContainer" presStyleLbl="bgAccFollowNode1" presStyleIdx="0" presStyleCnt="4"/>
      <dgm:spPr/>
    </dgm:pt>
    <dgm:pt modelId="{FE66DE4A-5A3A-4F5B-BDC6-D3D962A28318}" type="pres">
      <dgm:prSet presAssocID="{C11026B5-7CF0-4379-9D97-761E800BDDDE}" presName="FlexibleEmptyPlaceHolder" presStyleCnt="0"/>
      <dgm:spPr/>
    </dgm:pt>
    <dgm:pt modelId="{C264434C-AFEC-4898-95E2-E39629ED452B}" type="pres">
      <dgm:prSet presAssocID="{C11026B5-7CF0-4379-9D97-761E800BDDDE}" presName="ConnectLine" presStyleLbl="sibTrans1D1" presStyleIdx="0" presStyleCnt="4"/>
      <dgm:spPr/>
    </dgm:pt>
    <dgm:pt modelId="{9887DDD9-FB1B-4887-ACFE-E8FE16D707C6}" type="pres">
      <dgm:prSet presAssocID="{C11026B5-7CF0-4379-9D97-761E800BDDDE}" presName="ConnectorPoint" presStyleLbl="node1" presStyleIdx="0" presStyleCnt="4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6041B71-3677-4B85-9C07-1538809F826D}" type="pres">
      <dgm:prSet presAssocID="{C11026B5-7CF0-4379-9D97-761E800BDDDE}" presName="EmptyPlaceHolder" presStyleCnt="0"/>
      <dgm:spPr/>
    </dgm:pt>
    <dgm:pt modelId="{CBD721BB-4BE8-4CE2-A39B-91BD7BC0FD9A}" type="pres">
      <dgm:prSet presAssocID="{62A512AC-C56D-4460-BC7B-F3CF96287A7A}" presName="spaceBetweenRectangles" presStyleCnt="0"/>
      <dgm:spPr/>
    </dgm:pt>
    <dgm:pt modelId="{5F45EDAA-A81F-4735-AE77-88D3162E5E74}" type="pres">
      <dgm:prSet presAssocID="{1FC86637-B229-4793-8150-BBF7843E8DB7}" presName="composite" presStyleCnt="0"/>
      <dgm:spPr/>
    </dgm:pt>
    <dgm:pt modelId="{B65607B1-D7C5-489B-8EF9-A57340003E47}" type="pres">
      <dgm:prSet presAssocID="{1FC86637-B229-4793-8150-BBF7843E8DB7}" presName="L1TextContainer" presStyleLbl="alignNode1" presStyleIdx="1" presStyleCnt="4">
        <dgm:presLayoutVars>
          <dgm:chMax val="1"/>
          <dgm:chPref val="1"/>
          <dgm:bulletEnabled val="1"/>
        </dgm:presLayoutVars>
      </dgm:prSet>
      <dgm:spPr/>
    </dgm:pt>
    <dgm:pt modelId="{1C3A1938-B1E8-4F51-B191-D054055BBAA2}" type="pres">
      <dgm:prSet presAssocID="{1FC86637-B229-4793-8150-BBF7843E8DB7}" presName="L2TextContainerWrapper" presStyleCnt="0">
        <dgm:presLayoutVars>
          <dgm:bulletEnabled val="1"/>
        </dgm:presLayoutVars>
      </dgm:prSet>
      <dgm:spPr/>
    </dgm:pt>
    <dgm:pt modelId="{4423C851-A196-40AB-97A0-66D78DCB58E4}" type="pres">
      <dgm:prSet presAssocID="{1FC86637-B229-4793-8150-BBF7843E8DB7}" presName="L2TextContainer" presStyleLbl="bgAccFollowNode1" presStyleIdx="1" presStyleCnt="4"/>
      <dgm:spPr/>
    </dgm:pt>
    <dgm:pt modelId="{5F726B9F-EC19-46CA-B131-3923D1AD9F8F}" type="pres">
      <dgm:prSet presAssocID="{1FC86637-B229-4793-8150-BBF7843E8DB7}" presName="FlexibleEmptyPlaceHolder" presStyleCnt="0"/>
      <dgm:spPr/>
    </dgm:pt>
    <dgm:pt modelId="{775E0A8D-4B22-4EC7-BC99-9055924C5283}" type="pres">
      <dgm:prSet presAssocID="{1FC86637-B229-4793-8150-BBF7843E8DB7}" presName="ConnectLine" presStyleLbl="sibTrans1D1" presStyleIdx="1" presStyleCnt="4"/>
      <dgm:spPr/>
    </dgm:pt>
    <dgm:pt modelId="{2D59829F-9222-47E9-A157-38B749DEA8FA}" type="pres">
      <dgm:prSet presAssocID="{1FC86637-B229-4793-8150-BBF7843E8DB7}" presName="ConnectorPoint" presStyleLbl="node1" presStyleIdx="1" presStyleCnt="4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9C1D426-9D35-47D4-ACFF-1B7C226B33B3}" type="pres">
      <dgm:prSet presAssocID="{1FC86637-B229-4793-8150-BBF7843E8DB7}" presName="EmptyPlaceHolder" presStyleCnt="0"/>
      <dgm:spPr/>
    </dgm:pt>
    <dgm:pt modelId="{E8AB79EC-9F4B-48B8-A6D9-E5BFA11CC559}" type="pres">
      <dgm:prSet presAssocID="{09BE433E-1E76-4031-ACDF-1657AA826CAE}" presName="spaceBetweenRectangles" presStyleCnt="0"/>
      <dgm:spPr/>
    </dgm:pt>
    <dgm:pt modelId="{1723F158-ACC0-4A83-8537-0E19FB063A7F}" type="pres">
      <dgm:prSet presAssocID="{218F6E48-45A4-4A43-A15B-72239E2E27A8}" presName="composite" presStyleCnt="0"/>
      <dgm:spPr/>
    </dgm:pt>
    <dgm:pt modelId="{7D31C47C-9EF7-4CA9-8F7A-169C1DEE6939}" type="pres">
      <dgm:prSet presAssocID="{218F6E48-45A4-4A43-A15B-72239E2E27A8}" presName="L1TextContainer" presStyleLbl="alignNode1" presStyleIdx="2" presStyleCnt="4">
        <dgm:presLayoutVars>
          <dgm:chMax val="1"/>
          <dgm:chPref val="1"/>
          <dgm:bulletEnabled val="1"/>
        </dgm:presLayoutVars>
      </dgm:prSet>
      <dgm:spPr/>
    </dgm:pt>
    <dgm:pt modelId="{754A427A-6E59-4B9F-9E0D-4DCB2AA486BC}" type="pres">
      <dgm:prSet presAssocID="{218F6E48-45A4-4A43-A15B-72239E2E27A8}" presName="L2TextContainerWrapper" presStyleCnt="0">
        <dgm:presLayoutVars>
          <dgm:bulletEnabled val="1"/>
        </dgm:presLayoutVars>
      </dgm:prSet>
      <dgm:spPr/>
    </dgm:pt>
    <dgm:pt modelId="{D030A95A-33E2-4AD8-8455-998144E5B3CB}" type="pres">
      <dgm:prSet presAssocID="{218F6E48-45A4-4A43-A15B-72239E2E27A8}" presName="L2TextContainer" presStyleLbl="bgAccFollowNode1" presStyleIdx="2" presStyleCnt="4"/>
      <dgm:spPr/>
    </dgm:pt>
    <dgm:pt modelId="{B8EBC616-E7C1-44A7-8E5F-80A5BA6EEFF0}" type="pres">
      <dgm:prSet presAssocID="{218F6E48-45A4-4A43-A15B-72239E2E27A8}" presName="FlexibleEmptyPlaceHolder" presStyleCnt="0"/>
      <dgm:spPr/>
    </dgm:pt>
    <dgm:pt modelId="{22AB4227-2EE4-4C59-B869-1B7D4B5D8BD0}" type="pres">
      <dgm:prSet presAssocID="{218F6E48-45A4-4A43-A15B-72239E2E27A8}" presName="ConnectLine" presStyleLbl="sibTrans1D1" presStyleIdx="2" presStyleCnt="4"/>
      <dgm:spPr/>
    </dgm:pt>
    <dgm:pt modelId="{BB68B868-C603-4ADC-A083-01074A4E4E8D}" type="pres">
      <dgm:prSet presAssocID="{218F6E48-45A4-4A43-A15B-72239E2E27A8}" presName="ConnectorPoint" presStyleLbl="node1" presStyleIdx="2" presStyleCnt="4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4924D11-DB27-4014-A503-5165858D9C6D}" type="pres">
      <dgm:prSet presAssocID="{218F6E48-45A4-4A43-A15B-72239E2E27A8}" presName="EmptyPlaceHolder" presStyleCnt="0"/>
      <dgm:spPr/>
    </dgm:pt>
    <dgm:pt modelId="{2D7B7549-D547-4E6F-8240-949B9AEFBAA6}" type="pres">
      <dgm:prSet presAssocID="{EC059C66-CC7A-42AD-8808-9B2C800595A4}" presName="spaceBetweenRectangles" presStyleCnt="0"/>
      <dgm:spPr/>
    </dgm:pt>
    <dgm:pt modelId="{D2750AE4-AC0A-4E74-B7F3-115E8E4C668D}" type="pres">
      <dgm:prSet presAssocID="{C5DB0436-2383-47F9-9725-8389D5A8E8DC}" presName="composite" presStyleCnt="0"/>
      <dgm:spPr/>
    </dgm:pt>
    <dgm:pt modelId="{BE818AF2-BED8-47FF-A9E4-F15D697A9906}" type="pres">
      <dgm:prSet presAssocID="{C5DB0436-2383-47F9-9725-8389D5A8E8DC}" presName="L1TextContainer" presStyleLbl="alignNode1" presStyleIdx="3" presStyleCnt="4">
        <dgm:presLayoutVars>
          <dgm:chMax val="1"/>
          <dgm:chPref val="1"/>
          <dgm:bulletEnabled val="1"/>
        </dgm:presLayoutVars>
      </dgm:prSet>
      <dgm:spPr/>
    </dgm:pt>
    <dgm:pt modelId="{7A9416D6-C9EA-4D1A-A0D7-93D9BBC3BD12}" type="pres">
      <dgm:prSet presAssocID="{C5DB0436-2383-47F9-9725-8389D5A8E8DC}" presName="L2TextContainerWrapper" presStyleCnt="0">
        <dgm:presLayoutVars>
          <dgm:bulletEnabled val="1"/>
        </dgm:presLayoutVars>
      </dgm:prSet>
      <dgm:spPr/>
    </dgm:pt>
    <dgm:pt modelId="{8288DA70-957A-4C96-8011-A4F5AC6E1EB4}" type="pres">
      <dgm:prSet presAssocID="{C5DB0436-2383-47F9-9725-8389D5A8E8DC}" presName="L2TextContainer" presStyleLbl="bgAccFollowNode1" presStyleIdx="3" presStyleCnt="4"/>
      <dgm:spPr/>
    </dgm:pt>
    <dgm:pt modelId="{768F6691-9580-47D5-B978-60EA3947E8AA}" type="pres">
      <dgm:prSet presAssocID="{C5DB0436-2383-47F9-9725-8389D5A8E8DC}" presName="FlexibleEmptyPlaceHolder" presStyleCnt="0"/>
      <dgm:spPr/>
    </dgm:pt>
    <dgm:pt modelId="{8509F957-A202-4437-8369-39B93C50BAE1}" type="pres">
      <dgm:prSet presAssocID="{C5DB0436-2383-47F9-9725-8389D5A8E8DC}" presName="ConnectLine" presStyleLbl="sibTrans1D1" presStyleIdx="3" presStyleCnt="4"/>
      <dgm:spPr/>
    </dgm:pt>
    <dgm:pt modelId="{DD808496-A346-46D0-A716-A8A41B41F4E5}" type="pres">
      <dgm:prSet presAssocID="{C5DB0436-2383-47F9-9725-8389D5A8E8DC}" presName="ConnectorPoint" presStyleLbl="node1" presStyleIdx="3" presStyleCnt="4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7DE41DE-4F43-4299-ABE7-C55FF9712B0E}" type="pres">
      <dgm:prSet presAssocID="{C5DB0436-2383-47F9-9725-8389D5A8E8DC}" presName="EmptyPlaceHolder" presStyleCnt="0"/>
      <dgm:spPr/>
    </dgm:pt>
  </dgm:ptLst>
  <dgm:cxnLst>
    <dgm:cxn modelId="{ADE5B804-EC20-4628-8DD3-31B607B50F59}" srcId="{C11026B5-7CF0-4379-9D97-761E800BDDDE}" destId="{C4D7F59B-E805-4E46-8C96-7DD0FB886761}" srcOrd="2" destOrd="0" parTransId="{51F019BD-F997-49BA-8994-9F6F2FA816CF}" sibTransId="{2052C5BF-F770-44B2-8294-CA38D4A4BDD3}"/>
    <dgm:cxn modelId="{0C281B05-97B6-4920-89BB-77EE1659C1BF}" srcId="{11D4698E-1E03-4A4D-A252-2B81E496EA71}" destId="{C11026B5-7CF0-4379-9D97-761E800BDDDE}" srcOrd="0" destOrd="0" parTransId="{67FD4246-EB33-435D-8B15-2E33A5AAEB30}" sibTransId="{62A512AC-C56D-4460-BC7B-F3CF96287A7A}"/>
    <dgm:cxn modelId="{A6271306-A9C4-4E05-BC18-84ABA318C065}" type="presOf" srcId="{C02DACB2-AC8C-42E9-B161-8ABB2B03128B}" destId="{DE4E6E6B-9A2A-4EF2-B14B-E918CA634251}" srcOrd="0" destOrd="0" presId="urn:microsoft.com/office/officeart/2017/3/layout/HorizontalLabelsTimeline"/>
    <dgm:cxn modelId="{8A471F07-134E-43A2-BC42-05E8E5AAE016}" type="presOf" srcId="{11D4698E-1E03-4A4D-A252-2B81E496EA71}" destId="{DD5D2AA7-0A23-4E6A-A076-DD62E699B1E1}" srcOrd="0" destOrd="0" presId="urn:microsoft.com/office/officeart/2017/3/layout/HorizontalLabelsTimeline"/>
    <dgm:cxn modelId="{5300A30A-B7FB-4315-BEFA-91E2A12B5CD6}" type="presOf" srcId="{A13BBC15-5F49-42AA-966D-83DDFE093AB8}" destId="{4423C851-A196-40AB-97A0-66D78DCB58E4}" srcOrd="0" destOrd="0" presId="urn:microsoft.com/office/officeart/2017/3/layout/HorizontalLabelsTimeline"/>
    <dgm:cxn modelId="{C0865F0E-5265-4BA3-829B-D8AE3E03AE23}" type="presOf" srcId="{8CA1FF96-BB31-413B-91CD-80FB23DEEE47}" destId="{8288DA70-957A-4C96-8011-A4F5AC6E1EB4}" srcOrd="0" destOrd="1" presId="urn:microsoft.com/office/officeart/2017/3/layout/HorizontalLabelsTimeline"/>
    <dgm:cxn modelId="{687B550E-B51F-4091-89D2-2419436D56F0}" type="presOf" srcId="{218F6E48-45A4-4A43-A15B-72239E2E27A8}" destId="{7D31C47C-9EF7-4CA9-8F7A-169C1DEE6939}" srcOrd="0" destOrd="0" presId="urn:microsoft.com/office/officeart/2017/3/layout/HorizontalLabelsTimeline"/>
    <dgm:cxn modelId="{A8C5D112-BE45-420D-9A7D-AFF54D885B2E}" srcId="{218F6E48-45A4-4A43-A15B-72239E2E27A8}" destId="{318F0150-4E4C-4E02-8CC6-FD60150119EA}" srcOrd="0" destOrd="0" parTransId="{FF13B67A-0EA0-40EB-9A3E-ACC654517D8E}" sibTransId="{AD3F5D0C-FF88-4C14-A75C-F803038835A7}"/>
    <dgm:cxn modelId="{15FFA91A-66F7-4734-9346-9625323DE510}" srcId="{1FC86637-B229-4793-8150-BBF7843E8DB7}" destId="{54E4F201-2C56-4E4F-B047-9C715E0A24FB}" srcOrd="2" destOrd="0" parTransId="{8A47F531-6C84-4C57-84F5-6E05046AE680}" sibTransId="{CA84918A-0951-4DF0-AA3F-B35B5C8D922F}"/>
    <dgm:cxn modelId="{9878C930-A092-4016-88BA-0E48DE647784}" srcId="{218F6E48-45A4-4A43-A15B-72239E2E27A8}" destId="{1B77FA83-C5A5-4B39-ADF8-36CE5DD2DC98}" srcOrd="2" destOrd="0" parTransId="{C0C38C9B-59C5-468F-ABAF-DCF35F231F14}" sibTransId="{C40A9D57-BE81-4494-B61C-C7C341DAEC0D}"/>
    <dgm:cxn modelId="{CB22A833-F3EC-4531-ADBC-F0A08D7EF224}" srcId="{C11026B5-7CF0-4379-9D97-761E800BDDDE}" destId="{86AA82B1-64D2-4A6B-B2AB-A858F58CE1E3}" srcOrd="1" destOrd="0" parTransId="{CF56C547-2964-4BD7-89D8-7E6EF0092083}" sibTransId="{4151F364-81E1-42D5-9C11-4B83B4122DBE}"/>
    <dgm:cxn modelId="{055CDB66-BB42-420C-954D-E361817AC971}" srcId="{218F6E48-45A4-4A43-A15B-72239E2E27A8}" destId="{E6AB73AE-1B01-47E5-9334-B0C7E2CFE0AC}" srcOrd="1" destOrd="0" parTransId="{FBF07900-07F1-4F43-8BDB-984BEF07AAAA}" sibTransId="{F9B3FEC0-A4A2-423B-8403-7475298971D9}"/>
    <dgm:cxn modelId="{8842274D-FBB1-4CE8-860C-ADB4A033458C}" type="presOf" srcId="{1B77FA83-C5A5-4B39-ADF8-36CE5DD2DC98}" destId="{D030A95A-33E2-4AD8-8455-998144E5B3CB}" srcOrd="0" destOrd="2" presId="urn:microsoft.com/office/officeart/2017/3/layout/HorizontalLabelsTimeline"/>
    <dgm:cxn modelId="{FA1E7A4E-F52E-42DD-816C-73C094B098E7}" type="presOf" srcId="{C11026B5-7CF0-4379-9D97-761E800BDDDE}" destId="{5382B2F9-CF8C-48CB-99AD-96CDCFFFB5B5}" srcOrd="0" destOrd="0" presId="urn:microsoft.com/office/officeart/2017/3/layout/HorizontalLabelsTimeline"/>
    <dgm:cxn modelId="{E7DDFF71-A619-49DA-AE6A-CC049EA42FF3}" type="presOf" srcId="{86AA82B1-64D2-4A6B-B2AB-A858F58CE1E3}" destId="{DE4E6E6B-9A2A-4EF2-B14B-E918CA634251}" srcOrd="0" destOrd="1" presId="urn:microsoft.com/office/officeart/2017/3/layout/HorizontalLabelsTimeline"/>
    <dgm:cxn modelId="{7FC3CA74-81BC-4647-A4A2-07C751EBCB5C}" type="presOf" srcId="{C5DB0436-2383-47F9-9725-8389D5A8E8DC}" destId="{BE818AF2-BED8-47FF-A9E4-F15D697A9906}" srcOrd="0" destOrd="0" presId="urn:microsoft.com/office/officeart/2017/3/layout/HorizontalLabelsTimeline"/>
    <dgm:cxn modelId="{87AA7858-7C67-4B43-B79D-2F6B12CFC209}" srcId="{11D4698E-1E03-4A4D-A252-2B81E496EA71}" destId="{1FC86637-B229-4793-8150-BBF7843E8DB7}" srcOrd="1" destOrd="0" parTransId="{BCC4CCAF-C95C-4779-9B79-C0AC3D19BFAC}" sibTransId="{09BE433E-1E76-4031-ACDF-1657AA826CAE}"/>
    <dgm:cxn modelId="{169C6E81-6E13-4302-AAC1-DA0C8639561B}" srcId="{1FC86637-B229-4793-8150-BBF7843E8DB7}" destId="{CDF97D24-4480-45C3-ABBE-03F079193FDD}" srcOrd="1" destOrd="0" parTransId="{1529234B-F376-43FC-8994-F73E165821E2}" sibTransId="{592DA720-4A95-4160-82BC-AE64A46B543E}"/>
    <dgm:cxn modelId="{1A7A3D8D-2CCC-4C24-8551-3D78C9A09075}" type="presOf" srcId="{1FC86637-B229-4793-8150-BBF7843E8DB7}" destId="{B65607B1-D7C5-489B-8EF9-A57340003E47}" srcOrd="0" destOrd="0" presId="urn:microsoft.com/office/officeart/2017/3/layout/HorizontalLabelsTimeline"/>
    <dgm:cxn modelId="{98757E9E-DD0D-4922-9D97-AC2A9BA161DE}" srcId="{C11026B5-7CF0-4379-9D97-761E800BDDDE}" destId="{C02DACB2-AC8C-42E9-B161-8ABB2B03128B}" srcOrd="0" destOrd="0" parTransId="{EC65ACFA-5005-4AD7-98BC-9787E9F25E87}" sibTransId="{CFD18ECB-39FC-4A39-B200-D56B20BCF5AF}"/>
    <dgm:cxn modelId="{58F77FA1-E2F1-4C6C-8CE3-66AC020BC349}" srcId="{11D4698E-1E03-4A4D-A252-2B81E496EA71}" destId="{218F6E48-45A4-4A43-A15B-72239E2E27A8}" srcOrd="2" destOrd="0" parTransId="{483AD3B7-BFD8-4875-B142-203EC1090410}" sibTransId="{EC059C66-CC7A-42AD-8808-9B2C800595A4}"/>
    <dgm:cxn modelId="{ED6523A4-053C-402F-90D2-C1A4B2FECDB9}" type="presOf" srcId="{318F0150-4E4C-4E02-8CC6-FD60150119EA}" destId="{D030A95A-33E2-4AD8-8455-998144E5B3CB}" srcOrd="0" destOrd="0" presId="urn:microsoft.com/office/officeart/2017/3/layout/HorizontalLabelsTimeline"/>
    <dgm:cxn modelId="{49B11AAC-95CC-4288-8C1B-5E1C1A0A79F4}" type="presOf" srcId="{E6AB73AE-1B01-47E5-9334-B0C7E2CFE0AC}" destId="{D030A95A-33E2-4AD8-8455-998144E5B3CB}" srcOrd="0" destOrd="1" presId="urn:microsoft.com/office/officeart/2017/3/layout/HorizontalLabelsTimeline"/>
    <dgm:cxn modelId="{20AE10AD-15C3-4DDC-A88D-94BCFE0D8AAF}" srcId="{C5DB0436-2383-47F9-9725-8389D5A8E8DC}" destId="{8CA1FF96-BB31-413B-91CD-80FB23DEEE47}" srcOrd="1" destOrd="0" parTransId="{272EDBEC-9D40-4070-A281-49695F06F187}" sibTransId="{8DCE1F68-4C18-4BD5-815E-D3B297DE5AFF}"/>
    <dgm:cxn modelId="{2EE2B8B5-F4BC-47B4-BB3C-7F58207A58D7}" type="presOf" srcId="{4562B3CF-71C0-4BDF-BB61-053FF7FF21D9}" destId="{8288DA70-957A-4C96-8011-A4F5AC6E1EB4}" srcOrd="0" destOrd="0" presId="urn:microsoft.com/office/officeart/2017/3/layout/HorizontalLabelsTimeline"/>
    <dgm:cxn modelId="{9577E4B8-01D9-4132-A66F-A26CC8A300B6}" srcId="{C5DB0436-2383-47F9-9725-8389D5A8E8DC}" destId="{4562B3CF-71C0-4BDF-BB61-053FF7FF21D9}" srcOrd="0" destOrd="0" parTransId="{59AE174F-F13D-4502-80B9-6FA5A930E53B}" sibTransId="{C9F01F85-1491-4869-9B7C-81F30615474B}"/>
    <dgm:cxn modelId="{FB8FB9C3-9DB6-4B3F-A9CD-0A9517E8D7EF}" type="presOf" srcId="{C4D7F59B-E805-4E46-8C96-7DD0FB886761}" destId="{DE4E6E6B-9A2A-4EF2-B14B-E918CA634251}" srcOrd="0" destOrd="2" presId="urn:microsoft.com/office/officeart/2017/3/layout/HorizontalLabelsTimeline"/>
    <dgm:cxn modelId="{EAFD18C7-5529-4ABF-96A3-B78EAE9CA048}" type="presOf" srcId="{54E4F201-2C56-4E4F-B047-9C715E0A24FB}" destId="{4423C851-A196-40AB-97A0-66D78DCB58E4}" srcOrd="0" destOrd="2" presId="urn:microsoft.com/office/officeart/2017/3/layout/HorizontalLabelsTimeline"/>
    <dgm:cxn modelId="{DA196AD2-A59A-497F-B973-BC8D0B65A490}" type="presOf" srcId="{80D3BE07-B231-4524-8AE2-DE054FFD0150}" destId="{8288DA70-957A-4C96-8011-A4F5AC6E1EB4}" srcOrd="0" destOrd="2" presId="urn:microsoft.com/office/officeart/2017/3/layout/HorizontalLabelsTimeline"/>
    <dgm:cxn modelId="{32FB59E1-50A6-4DEA-88C4-8107E51A93C5}" srcId="{11D4698E-1E03-4A4D-A252-2B81E496EA71}" destId="{C5DB0436-2383-47F9-9725-8389D5A8E8DC}" srcOrd="3" destOrd="0" parTransId="{B52E8DCB-3BFD-4714-B07C-1FAF5B11B9CA}" sibTransId="{374C85A6-AA6B-43A5-9690-F20425ECE893}"/>
    <dgm:cxn modelId="{BB1919EE-3D9D-4DA6-B9EB-B85630FEF719}" srcId="{C5DB0436-2383-47F9-9725-8389D5A8E8DC}" destId="{80D3BE07-B231-4524-8AE2-DE054FFD0150}" srcOrd="2" destOrd="0" parTransId="{D508F4D4-D9E5-43D9-A3B2-0B1AB7494697}" sibTransId="{68ACE6A4-CFDC-4055-B4A2-B5AD4FD01B6C}"/>
    <dgm:cxn modelId="{ACBDC5F6-9460-4007-857D-429F1C95149F}" srcId="{1FC86637-B229-4793-8150-BBF7843E8DB7}" destId="{A13BBC15-5F49-42AA-966D-83DDFE093AB8}" srcOrd="0" destOrd="0" parTransId="{3B3634B9-47DB-411C-AFB6-D21561E78BC3}" sibTransId="{234BC02D-E903-47CF-B3EC-87B4C790B5D6}"/>
    <dgm:cxn modelId="{73FEB2FB-E2E7-41EC-B3C8-6210E96D6BA9}" type="presOf" srcId="{CDF97D24-4480-45C3-ABBE-03F079193FDD}" destId="{4423C851-A196-40AB-97A0-66D78DCB58E4}" srcOrd="0" destOrd="1" presId="urn:microsoft.com/office/officeart/2017/3/layout/HorizontalLabelsTimeline"/>
    <dgm:cxn modelId="{99A30110-0D6F-4042-83D2-C9CF592406E4}" type="presParOf" srcId="{DD5D2AA7-0A23-4E6A-A076-DD62E699B1E1}" destId="{DF0DA293-7C83-4889-8861-043AC8EF0C4B}" srcOrd="0" destOrd="0" presId="urn:microsoft.com/office/officeart/2017/3/layout/HorizontalLabelsTimeline"/>
    <dgm:cxn modelId="{60B9D434-1537-44A8-A417-451FF699F3B2}" type="presParOf" srcId="{DD5D2AA7-0A23-4E6A-A076-DD62E699B1E1}" destId="{4FB81201-B1C4-4219-B4B6-51C5AF3F9DC9}" srcOrd="1" destOrd="0" presId="urn:microsoft.com/office/officeart/2017/3/layout/HorizontalLabelsTimeline"/>
    <dgm:cxn modelId="{15234503-200A-4128-8941-F4A2F58373E7}" type="presParOf" srcId="{4FB81201-B1C4-4219-B4B6-51C5AF3F9DC9}" destId="{18CD6BE9-DF24-4B9A-BCEA-A4BE4EF0ECD3}" srcOrd="0" destOrd="0" presId="urn:microsoft.com/office/officeart/2017/3/layout/HorizontalLabelsTimeline"/>
    <dgm:cxn modelId="{5DFD0AD5-3C77-4540-830C-E9D1B187C0F7}" type="presParOf" srcId="{18CD6BE9-DF24-4B9A-BCEA-A4BE4EF0ECD3}" destId="{5382B2F9-CF8C-48CB-99AD-96CDCFFFB5B5}" srcOrd="0" destOrd="0" presId="urn:microsoft.com/office/officeart/2017/3/layout/HorizontalLabelsTimeline"/>
    <dgm:cxn modelId="{6247BA34-7A75-481A-902A-CA595001E06F}" type="presParOf" srcId="{18CD6BE9-DF24-4B9A-BCEA-A4BE4EF0ECD3}" destId="{9D0CE8B8-922C-488A-94BB-58D5B184B7AF}" srcOrd="1" destOrd="0" presId="urn:microsoft.com/office/officeart/2017/3/layout/HorizontalLabelsTimeline"/>
    <dgm:cxn modelId="{6BBBE8E1-ACB6-4BB5-A417-8E4F3ADEF7DA}" type="presParOf" srcId="{9D0CE8B8-922C-488A-94BB-58D5B184B7AF}" destId="{DE4E6E6B-9A2A-4EF2-B14B-E918CA634251}" srcOrd="0" destOrd="0" presId="urn:microsoft.com/office/officeart/2017/3/layout/HorizontalLabelsTimeline"/>
    <dgm:cxn modelId="{E0BED9AA-F52B-4BB1-B017-8C2A7F2EBF4D}" type="presParOf" srcId="{9D0CE8B8-922C-488A-94BB-58D5B184B7AF}" destId="{FE66DE4A-5A3A-4F5B-BDC6-D3D962A28318}" srcOrd="1" destOrd="0" presId="urn:microsoft.com/office/officeart/2017/3/layout/HorizontalLabelsTimeline"/>
    <dgm:cxn modelId="{0AB75325-AAFC-4058-AFF3-558864FFD014}" type="presParOf" srcId="{18CD6BE9-DF24-4B9A-BCEA-A4BE4EF0ECD3}" destId="{C264434C-AFEC-4898-95E2-E39629ED452B}" srcOrd="2" destOrd="0" presId="urn:microsoft.com/office/officeart/2017/3/layout/HorizontalLabelsTimeline"/>
    <dgm:cxn modelId="{ED0BEE66-9392-4C7A-B40F-6672A1448097}" type="presParOf" srcId="{18CD6BE9-DF24-4B9A-BCEA-A4BE4EF0ECD3}" destId="{9887DDD9-FB1B-4887-ACFE-E8FE16D707C6}" srcOrd="3" destOrd="0" presId="urn:microsoft.com/office/officeart/2017/3/layout/HorizontalLabelsTimeline"/>
    <dgm:cxn modelId="{AECB70BA-8C45-4D79-9916-15301C615D8D}" type="presParOf" srcId="{18CD6BE9-DF24-4B9A-BCEA-A4BE4EF0ECD3}" destId="{E6041B71-3677-4B85-9C07-1538809F826D}" srcOrd="4" destOrd="0" presId="urn:microsoft.com/office/officeart/2017/3/layout/HorizontalLabelsTimeline"/>
    <dgm:cxn modelId="{712185E8-CA57-4335-9EFB-C7D2696F6160}" type="presParOf" srcId="{4FB81201-B1C4-4219-B4B6-51C5AF3F9DC9}" destId="{CBD721BB-4BE8-4CE2-A39B-91BD7BC0FD9A}" srcOrd="1" destOrd="0" presId="urn:microsoft.com/office/officeart/2017/3/layout/HorizontalLabelsTimeline"/>
    <dgm:cxn modelId="{C7A8F650-CD03-45EE-A383-B2306F25F001}" type="presParOf" srcId="{4FB81201-B1C4-4219-B4B6-51C5AF3F9DC9}" destId="{5F45EDAA-A81F-4735-AE77-88D3162E5E74}" srcOrd="2" destOrd="0" presId="urn:microsoft.com/office/officeart/2017/3/layout/HorizontalLabelsTimeline"/>
    <dgm:cxn modelId="{468160B8-D48F-4FB4-A9E8-D7DA1D13340D}" type="presParOf" srcId="{5F45EDAA-A81F-4735-AE77-88D3162E5E74}" destId="{B65607B1-D7C5-489B-8EF9-A57340003E47}" srcOrd="0" destOrd="0" presId="urn:microsoft.com/office/officeart/2017/3/layout/HorizontalLabelsTimeline"/>
    <dgm:cxn modelId="{D384FAD5-2B18-49B2-B1FE-CA07C2D1CFA1}" type="presParOf" srcId="{5F45EDAA-A81F-4735-AE77-88D3162E5E74}" destId="{1C3A1938-B1E8-4F51-B191-D054055BBAA2}" srcOrd="1" destOrd="0" presId="urn:microsoft.com/office/officeart/2017/3/layout/HorizontalLabelsTimeline"/>
    <dgm:cxn modelId="{C40A8BB3-0751-4FFA-BDAD-8949D03533A6}" type="presParOf" srcId="{1C3A1938-B1E8-4F51-B191-D054055BBAA2}" destId="{4423C851-A196-40AB-97A0-66D78DCB58E4}" srcOrd="0" destOrd="0" presId="urn:microsoft.com/office/officeart/2017/3/layout/HorizontalLabelsTimeline"/>
    <dgm:cxn modelId="{8E668EFE-65D0-4DB5-AC6E-7336915A51CB}" type="presParOf" srcId="{1C3A1938-B1E8-4F51-B191-D054055BBAA2}" destId="{5F726B9F-EC19-46CA-B131-3923D1AD9F8F}" srcOrd="1" destOrd="0" presId="urn:microsoft.com/office/officeart/2017/3/layout/HorizontalLabelsTimeline"/>
    <dgm:cxn modelId="{4A543569-7EA0-40D6-AB75-909235877717}" type="presParOf" srcId="{5F45EDAA-A81F-4735-AE77-88D3162E5E74}" destId="{775E0A8D-4B22-4EC7-BC99-9055924C5283}" srcOrd="2" destOrd="0" presId="urn:microsoft.com/office/officeart/2017/3/layout/HorizontalLabelsTimeline"/>
    <dgm:cxn modelId="{D43AD93B-909B-41F2-99B7-DA90B364663E}" type="presParOf" srcId="{5F45EDAA-A81F-4735-AE77-88D3162E5E74}" destId="{2D59829F-9222-47E9-A157-38B749DEA8FA}" srcOrd="3" destOrd="0" presId="urn:microsoft.com/office/officeart/2017/3/layout/HorizontalLabelsTimeline"/>
    <dgm:cxn modelId="{9B3A1155-8FFC-421E-8777-75E777705D04}" type="presParOf" srcId="{5F45EDAA-A81F-4735-AE77-88D3162E5E74}" destId="{89C1D426-9D35-47D4-ACFF-1B7C226B33B3}" srcOrd="4" destOrd="0" presId="urn:microsoft.com/office/officeart/2017/3/layout/HorizontalLabelsTimeline"/>
    <dgm:cxn modelId="{81D1897D-A2B8-49E6-A5EB-DA02E0CFF25F}" type="presParOf" srcId="{4FB81201-B1C4-4219-B4B6-51C5AF3F9DC9}" destId="{E8AB79EC-9F4B-48B8-A6D9-E5BFA11CC559}" srcOrd="3" destOrd="0" presId="urn:microsoft.com/office/officeart/2017/3/layout/HorizontalLabelsTimeline"/>
    <dgm:cxn modelId="{2035A81A-9D80-4EB8-A090-C5FA16A4402D}" type="presParOf" srcId="{4FB81201-B1C4-4219-B4B6-51C5AF3F9DC9}" destId="{1723F158-ACC0-4A83-8537-0E19FB063A7F}" srcOrd="4" destOrd="0" presId="urn:microsoft.com/office/officeart/2017/3/layout/HorizontalLabelsTimeline"/>
    <dgm:cxn modelId="{2F49349C-810C-485A-82FF-DC9D8FA10286}" type="presParOf" srcId="{1723F158-ACC0-4A83-8537-0E19FB063A7F}" destId="{7D31C47C-9EF7-4CA9-8F7A-169C1DEE6939}" srcOrd="0" destOrd="0" presId="urn:microsoft.com/office/officeart/2017/3/layout/HorizontalLabelsTimeline"/>
    <dgm:cxn modelId="{B7985830-8BCE-4F4C-8C81-778AD247B7DF}" type="presParOf" srcId="{1723F158-ACC0-4A83-8537-0E19FB063A7F}" destId="{754A427A-6E59-4B9F-9E0D-4DCB2AA486BC}" srcOrd="1" destOrd="0" presId="urn:microsoft.com/office/officeart/2017/3/layout/HorizontalLabelsTimeline"/>
    <dgm:cxn modelId="{27881035-38B8-4AF5-A201-62AF076D0C5B}" type="presParOf" srcId="{754A427A-6E59-4B9F-9E0D-4DCB2AA486BC}" destId="{D030A95A-33E2-4AD8-8455-998144E5B3CB}" srcOrd="0" destOrd="0" presId="urn:microsoft.com/office/officeart/2017/3/layout/HorizontalLabelsTimeline"/>
    <dgm:cxn modelId="{DFFDF262-1A0F-486D-83F5-EC74AF59798D}" type="presParOf" srcId="{754A427A-6E59-4B9F-9E0D-4DCB2AA486BC}" destId="{B8EBC616-E7C1-44A7-8E5F-80A5BA6EEFF0}" srcOrd="1" destOrd="0" presId="urn:microsoft.com/office/officeart/2017/3/layout/HorizontalLabelsTimeline"/>
    <dgm:cxn modelId="{B4242C09-F8A0-4AD9-9C63-5784003F26EB}" type="presParOf" srcId="{1723F158-ACC0-4A83-8537-0E19FB063A7F}" destId="{22AB4227-2EE4-4C59-B869-1B7D4B5D8BD0}" srcOrd="2" destOrd="0" presId="urn:microsoft.com/office/officeart/2017/3/layout/HorizontalLabelsTimeline"/>
    <dgm:cxn modelId="{44CAF4C1-5956-4347-9355-F02E1953BFE0}" type="presParOf" srcId="{1723F158-ACC0-4A83-8537-0E19FB063A7F}" destId="{BB68B868-C603-4ADC-A083-01074A4E4E8D}" srcOrd="3" destOrd="0" presId="urn:microsoft.com/office/officeart/2017/3/layout/HorizontalLabelsTimeline"/>
    <dgm:cxn modelId="{A7AA2046-FB46-4136-A787-5CEB286DBC17}" type="presParOf" srcId="{1723F158-ACC0-4A83-8537-0E19FB063A7F}" destId="{74924D11-DB27-4014-A503-5165858D9C6D}" srcOrd="4" destOrd="0" presId="urn:microsoft.com/office/officeart/2017/3/layout/HorizontalLabelsTimeline"/>
    <dgm:cxn modelId="{1DA4D8B5-092C-4611-A068-D82BAE4F45F9}" type="presParOf" srcId="{4FB81201-B1C4-4219-B4B6-51C5AF3F9DC9}" destId="{2D7B7549-D547-4E6F-8240-949B9AEFBAA6}" srcOrd="5" destOrd="0" presId="urn:microsoft.com/office/officeart/2017/3/layout/HorizontalLabelsTimeline"/>
    <dgm:cxn modelId="{C15B1A49-C503-4EC7-9154-1783574052FC}" type="presParOf" srcId="{4FB81201-B1C4-4219-B4B6-51C5AF3F9DC9}" destId="{D2750AE4-AC0A-4E74-B7F3-115E8E4C668D}" srcOrd="6" destOrd="0" presId="urn:microsoft.com/office/officeart/2017/3/layout/HorizontalLabelsTimeline"/>
    <dgm:cxn modelId="{3F1714DC-6902-46B5-B918-D59A5F796B28}" type="presParOf" srcId="{D2750AE4-AC0A-4E74-B7F3-115E8E4C668D}" destId="{BE818AF2-BED8-47FF-A9E4-F15D697A9906}" srcOrd="0" destOrd="0" presId="urn:microsoft.com/office/officeart/2017/3/layout/HorizontalLabelsTimeline"/>
    <dgm:cxn modelId="{8E509DC2-51A8-400E-A0E7-D84757D62863}" type="presParOf" srcId="{D2750AE4-AC0A-4E74-B7F3-115E8E4C668D}" destId="{7A9416D6-C9EA-4D1A-A0D7-93D9BBC3BD12}" srcOrd="1" destOrd="0" presId="urn:microsoft.com/office/officeart/2017/3/layout/HorizontalLabelsTimeline"/>
    <dgm:cxn modelId="{8A4CEF60-9260-4E67-8F90-9EA8ADAF3F3D}" type="presParOf" srcId="{7A9416D6-C9EA-4D1A-A0D7-93D9BBC3BD12}" destId="{8288DA70-957A-4C96-8011-A4F5AC6E1EB4}" srcOrd="0" destOrd="0" presId="urn:microsoft.com/office/officeart/2017/3/layout/HorizontalLabelsTimeline"/>
    <dgm:cxn modelId="{DBCA5491-EBCE-41AE-B130-34D7C3227DE0}" type="presParOf" srcId="{7A9416D6-C9EA-4D1A-A0D7-93D9BBC3BD12}" destId="{768F6691-9580-47D5-B978-60EA3947E8AA}" srcOrd="1" destOrd="0" presId="urn:microsoft.com/office/officeart/2017/3/layout/HorizontalLabelsTimeline"/>
    <dgm:cxn modelId="{43A4E95B-0374-4F3F-9BEF-1647E1A8E24A}" type="presParOf" srcId="{D2750AE4-AC0A-4E74-B7F3-115E8E4C668D}" destId="{8509F957-A202-4437-8369-39B93C50BAE1}" srcOrd="2" destOrd="0" presId="urn:microsoft.com/office/officeart/2017/3/layout/HorizontalLabelsTimeline"/>
    <dgm:cxn modelId="{19A07F27-DD58-421D-AFBD-72CB8EBB6E2F}" type="presParOf" srcId="{D2750AE4-AC0A-4E74-B7F3-115E8E4C668D}" destId="{DD808496-A346-46D0-A716-A8A41B41F4E5}" srcOrd="3" destOrd="0" presId="urn:microsoft.com/office/officeart/2017/3/layout/HorizontalLabelsTimeline"/>
    <dgm:cxn modelId="{08DDA0E6-430C-42E4-A7C4-9903DFD929EA}" type="presParOf" srcId="{D2750AE4-AC0A-4E74-B7F3-115E8E4C668D}" destId="{27DE41DE-4F43-4299-ABE7-C55FF9712B0E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337C59-90BE-4C2B-9744-9BE4C54C6E04}" type="doc">
      <dgm:prSet loTypeId="urn:microsoft.com/office/officeart/2005/8/layout/venn3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CC2E4928-1710-4EE4-BD3D-599DACDA4EA6}">
      <dgm:prSet phldrT="[Text]" phldr="0"/>
      <dgm:spPr/>
      <dgm:t>
        <a:bodyPr/>
        <a:lstStyle/>
        <a:p>
          <a:pPr rtl="0"/>
          <a:r>
            <a:rPr lang="en-GB" b="1" dirty="0">
              <a:latin typeface="Segoe UI"/>
              <a:cs typeface="Segoe UI"/>
            </a:rPr>
            <a:t>Mobile Application</a:t>
          </a:r>
        </a:p>
      </dgm:t>
    </dgm:pt>
    <dgm:pt modelId="{97FCDF54-40C3-4DF4-AC81-BC655B67C585}" type="parTrans" cxnId="{192F53F6-44C7-4CBB-8CA5-2C8718F9BF37}">
      <dgm:prSet/>
      <dgm:spPr/>
      <dgm:t>
        <a:bodyPr/>
        <a:lstStyle/>
        <a:p>
          <a:endParaRPr lang="en-GB"/>
        </a:p>
      </dgm:t>
    </dgm:pt>
    <dgm:pt modelId="{047FABCD-8465-4115-B759-B8BD20D1E2A7}" type="sibTrans" cxnId="{192F53F6-44C7-4CBB-8CA5-2C8718F9BF37}">
      <dgm:prSet/>
      <dgm:spPr/>
      <dgm:t>
        <a:bodyPr/>
        <a:lstStyle/>
        <a:p>
          <a:endParaRPr lang="en-GB"/>
        </a:p>
      </dgm:t>
    </dgm:pt>
    <dgm:pt modelId="{959A735B-FF71-46D4-887E-8E156C6BB34C}">
      <dgm:prSet phldrT="[Text]"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Android and iOS support</a:t>
          </a:r>
        </a:p>
      </dgm:t>
    </dgm:pt>
    <dgm:pt modelId="{F31EE48C-286B-4A40-9A08-460E4F95D12C}" type="parTrans" cxnId="{E162A1C5-6139-49CA-B471-4ECA9F4007FD}">
      <dgm:prSet/>
      <dgm:spPr/>
      <dgm:t>
        <a:bodyPr/>
        <a:lstStyle/>
        <a:p>
          <a:endParaRPr lang="en-GB"/>
        </a:p>
      </dgm:t>
    </dgm:pt>
    <dgm:pt modelId="{E6BF2996-2DBA-4A57-8B05-F8202A5B6464}" type="sibTrans" cxnId="{E162A1C5-6139-49CA-B471-4ECA9F4007FD}">
      <dgm:prSet/>
      <dgm:spPr/>
      <dgm:t>
        <a:bodyPr/>
        <a:lstStyle/>
        <a:p>
          <a:endParaRPr lang="en-GB"/>
        </a:p>
      </dgm:t>
    </dgm:pt>
    <dgm:pt modelId="{582ECA5B-8DAC-417E-B3B5-2B317E924026}">
      <dgm:prSet phldrT="[Text]" phldr="0"/>
      <dgm:spPr/>
      <dgm:t>
        <a:bodyPr/>
        <a:lstStyle/>
        <a:p>
          <a:pPr rtl="0"/>
          <a:r>
            <a:rPr lang="en-GB" b="1" dirty="0">
              <a:latin typeface="Segoe UI"/>
              <a:cs typeface="Segoe UI"/>
            </a:rPr>
            <a:t>Multilingual Support </a:t>
          </a:r>
        </a:p>
      </dgm:t>
    </dgm:pt>
    <dgm:pt modelId="{64A8C071-BF0B-4E66-8A5C-F27578CEC3B3}" type="parTrans" cxnId="{2B7A4B78-C9C8-49BB-A4C0-1C3BB7DB29E7}">
      <dgm:prSet/>
      <dgm:spPr/>
      <dgm:t>
        <a:bodyPr/>
        <a:lstStyle/>
        <a:p>
          <a:endParaRPr lang="en-GB"/>
        </a:p>
      </dgm:t>
    </dgm:pt>
    <dgm:pt modelId="{23EE8374-427C-4A19-A376-854240B879B8}" type="sibTrans" cxnId="{2B7A4B78-C9C8-49BB-A4C0-1C3BB7DB29E7}">
      <dgm:prSet/>
      <dgm:spPr/>
      <dgm:t>
        <a:bodyPr/>
        <a:lstStyle/>
        <a:p>
          <a:endParaRPr lang="en-GB"/>
        </a:p>
      </dgm:t>
    </dgm:pt>
    <dgm:pt modelId="{25198055-58E0-4141-AB15-BF8CF5780F11}">
      <dgm:prSet phldrT="[Text]"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Regional language integration</a:t>
          </a:r>
        </a:p>
      </dgm:t>
    </dgm:pt>
    <dgm:pt modelId="{BD421B3C-F431-45EB-8949-E9B08DAEA2C5}" type="parTrans" cxnId="{EC717094-41C1-4422-88ED-7E6C6A0AF1FD}">
      <dgm:prSet/>
      <dgm:spPr/>
      <dgm:t>
        <a:bodyPr/>
        <a:lstStyle/>
        <a:p>
          <a:endParaRPr lang="en-GB"/>
        </a:p>
      </dgm:t>
    </dgm:pt>
    <dgm:pt modelId="{ED74D971-A29C-421F-8819-A090A116B6AE}" type="sibTrans" cxnId="{EC717094-41C1-4422-88ED-7E6C6A0AF1FD}">
      <dgm:prSet/>
      <dgm:spPr/>
      <dgm:t>
        <a:bodyPr/>
        <a:lstStyle/>
        <a:p>
          <a:endParaRPr lang="en-GB"/>
        </a:p>
      </dgm:t>
    </dgm:pt>
    <dgm:pt modelId="{5C72B0E1-FE91-41E6-9695-CD934C2FC554}">
      <dgm:prSet phldr="0"/>
      <dgm:spPr/>
      <dgm:t>
        <a:bodyPr/>
        <a:lstStyle/>
        <a:p>
          <a:pPr rtl="0"/>
          <a:r>
            <a:rPr lang="en-GB" b="1" dirty="0">
              <a:latin typeface="Segoe UI"/>
              <a:cs typeface="Segoe UI"/>
            </a:rPr>
            <a:t>Predictive Governance</a:t>
          </a:r>
        </a:p>
      </dgm:t>
    </dgm:pt>
    <dgm:pt modelId="{5499693A-2885-4EE7-95D0-4036A09E4575}" type="parTrans" cxnId="{57487B11-5D25-4352-A330-72E7904BD8C3}">
      <dgm:prSet/>
      <dgm:spPr/>
    </dgm:pt>
    <dgm:pt modelId="{D77E2177-0F81-4601-9062-5836CA94219B}" type="sibTrans" cxnId="{57487B11-5D25-4352-A330-72E7904BD8C3}">
      <dgm:prSet/>
      <dgm:spPr/>
    </dgm:pt>
    <dgm:pt modelId="{EEB7BD90-2B6A-4F2B-B526-848AE5490B47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Push notifications</a:t>
          </a:r>
        </a:p>
      </dgm:t>
    </dgm:pt>
    <dgm:pt modelId="{7EE6884D-743B-4CF5-A484-57029431B358}" type="parTrans" cxnId="{85755067-098B-40B7-B73F-333E03157607}">
      <dgm:prSet/>
      <dgm:spPr/>
    </dgm:pt>
    <dgm:pt modelId="{F60A8436-2FAF-4E6C-9D58-7F2E2B853590}" type="sibTrans" cxnId="{85755067-098B-40B7-B73F-333E03157607}">
      <dgm:prSet/>
      <dgm:spPr/>
    </dgm:pt>
    <dgm:pt modelId="{7998BBEE-B8DE-42E9-BB09-3750E155B73D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GPS-based complaint tagging</a:t>
          </a:r>
        </a:p>
      </dgm:t>
    </dgm:pt>
    <dgm:pt modelId="{5AF02455-DC10-4E18-B177-A4AF51C65A89}" type="parTrans" cxnId="{D775B5E3-12A3-4C6B-927A-8DBA9CBB4FF8}">
      <dgm:prSet/>
      <dgm:spPr/>
    </dgm:pt>
    <dgm:pt modelId="{BA402441-629C-4E2E-8F42-31B805157C03}" type="sibTrans" cxnId="{D775B5E3-12A3-4C6B-927A-8DBA9CBB4FF8}">
      <dgm:prSet/>
      <dgm:spPr/>
    </dgm:pt>
    <dgm:pt modelId="{550100C0-44AA-442C-98D3-667959683C58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Early warning system</a:t>
          </a:r>
        </a:p>
      </dgm:t>
    </dgm:pt>
    <dgm:pt modelId="{BC064554-3CA0-472A-8726-3B7C9BAE8F75}" type="parTrans" cxnId="{C208C02D-E452-4A96-AE5A-4AA83041A64E}">
      <dgm:prSet/>
      <dgm:spPr/>
    </dgm:pt>
    <dgm:pt modelId="{FA2AF234-D9D8-4B63-9603-E90FC7B6AB78}" type="sibTrans" cxnId="{C208C02D-E452-4A96-AE5A-4AA83041A64E}">
      <dgm:prSet/>
      <dgm:spPr/>
    </dgm:pt>
    <dgm:pt modelId="{D3186657-DD29-4485-956D-221EA53FB467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Voice-based complaint submission</a:t>
          </a:r>
        </a:p>
      </dgm:t>
    </dgm:pt>
    <dgm:pt modelId="{3E605393-65BB-47DA-8618-E20D4CD2FFC3}" type="parTrans" cxnId="{C42AE4D1-9D87-47D5-BB36-6BDA7660A4AE}">
      <dgm:prSet/>
      <dgm:spPr/>
    </dgm:pt>
    <dgm:pt modelId="{26CF2D06-89C2-4F2D-B647-27E39B79472C}" type="sibTrans" cxnId="{C42AE4D1-9D87-47D5-BB36-6BDA7660A4AE}">
      <dgm:prSet/>
      <dgm:spPr/>
    </dgm:pt>
    <dgm:pt modelId="{425B7E36-BF6C-450F-BE60-E83A08EA4C8E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Accessibility improvements</a:t>
          </a:r>
        </a:p>
      </dgm:t>
    </dgm:pt>
    <dgm:pt modelId="{A295AF52-D6FB-477C-B2BF-DFE86A9F1B94}" type="parTrans" cxnId="{6B699F9D-FC2A-43E7-995A-9CEA5DFD0B17}">
      <dgm:prSet/>
      <dgm:spPr/>
    </dgm:pt>
    <dgm:pt modelId="{EA0FA256-BD45-4AE2-A598-1381DEAFEAB8}" type="sibTrans" cxnId="{6B699F9D-FC2A-43E7-995A-9CEA5DFD0B17}">
      <dgm:prSet/>
      <dgm:spPr/>
    </dgm:pt>
    <dgm:pt modelId="{1AFCA821-4F02-42D5-89AB-ADA3EFBF1666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AI-based issue forecasting</a:t>
          </a:r>
        </a:p>
      </dgm:t>
    </dgm:pt>
    <dgm:pt modelId="{B176EB7F-1220-4052-BC05-C07ED0790103}" type="parTrans" cxnId="{D97A6B96-00E3-4129-80E2-A6DBFB434198}">
      <dgm:prSet/>
      <dgm:spPr/>
    </dgm:pt>
    <dgm:pt modelId="{F8B07BB8-F2E9-43AA-95E5-DC4D702D7566}" type="sibTrans" cxnId="{D97A6B96-00E3-4129-80E2-A6DBFB434198}">
      <dgm:prSet/>
      <dgm:spPr/>
    </dgm:pt>
    <dgm:pt modelId="{DADDF409-ADE0-46A6-8021-94BBCA522ACC}">
      <dgm:prSet phldr="0"/>
      <dgm:spPr/>
      <dgm:t>
        <a:bodyPr/>
        <a:lstStyle/>
        <a:p>
          <a:pPr rtl="0"/>
          <a:r>
            <a:rPr lang="en-GB" b="1" dirty="0">
              <a:latin typeface="Segoe UI"/>
              <a:cs typeface="Segoe UI"/>
            </a:rPr>
            <a:t>Smart City Integration</a:t>
          </a:r>
        </a:p>
      </dgm:t>
    </dgm:pt>
    <dgm:pt modelId="{EE86E2F5-B214-4630-9FF4-B6C9A606A43B}" type="parTrans" cxnId="{95BDBC06-E53D-4E30-9D55-5D9CA794883C}">
      <dgm:prSet/>
      <dgm:spPr/>
    </dgm:pt>
    <dgm:pt modelId="{39217DBB-2042-4B91-B53F-DBBA8490B8C8}" type="sibTrans" cxnId="{95BDBC06-E53D-4E30-9D55-5D9CA794883C}">
      <dgm:prSet/>
      <dgm:spPr/>
    </dgm:pt>
    <dgm:pt modelId="{86C7D20F-7EBB-4E40-9AE6-35DD9A2BC22C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Resource demand prediction</a:t>
          </a:r>
        </a:p>
      </dgm:t>
    </dgm:pt>
    <dgm:pt modelId="{B725E550-4D11-4D8C-9E6F-DBEBF82DB5BA}" type="parTrans" cxnId="{C258C9E3-77C6-458E-AF7A-57240816DE5D}">
      <dgm:prSet/>
      <dgm:spPr/>
    </dgm:pt>
    <dgm:pt modelId="{CC7BFDB5-1A1B-41D5-ABB0-D7C0CCCF5B23}" type="sibTrans" cxnId="{C258C9E3-77C6-458E-AF7A-57240816DE5D}">
      <dgm:prSet/>
      <dgm:spPr/>
    </dgm:pt>
    <dgm:pt modelId="{39F13365-01C3-4E9F-8709-B9C0190BA3C0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Integration with municipal systems</a:t>
          </a:r>
        </a:p>
      </dgm:t>
    </dgm:pt>
    <dgm:pt modelId="{3E10A144-3DD5-4D21-8C72-7780BF5584C9}" type="parTrans" cxnId="{E4451597-9D27-4B17-B403-64280F0E9A3E}">
      <dgm:prSet/>
      <dgm:spPr/>
    </dgm:pt>
    <dgm:pt modelId="{23FB1070-7624-46C8-81D6-0AE68C080EC4}" type="sibTrans" cxnId="{E4451597-9D27-4B17-B403-64280F0E9A3E}">
      <dgm:prSet/>
      <dgm:spPr/>
    </dgm:pt>
    <dgm:pt modelId="{CFF881C6-1AAA-4935-87A9-675F2B701C01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IoT-based monitoring</a:t>
          </a:r>
        </a:p>
      </dgm:t>
    </dgm:pt>
    <dgm:pt modelId="{76FC41FC-B257-4E09-B9A0-187C466B276D}" type="parTrans" cxnId="{DD342142-55E3-474B-B21D-572D67F8931A}">
      <dgm:prSet/>
      <dgm:spPr/>
    </dgm:pt>
    <dgm:pt modelId="{46563DBF-2AC7-4A38-9118-22BF34E450C3}" type="sibTrans" cxnId="{DD342142-55E3-474B-B21D-572D67F8931A}">
      <dgm:prSet/>
      <dgm:spPr/>
    </dgm:pt>
    <dgm:pt modelId="{796790D3-7D22-4CF0-8E8E-898B01627B0A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State-level dashboard expansion</a:t>
          </a:r>
        </a:p>
      </dgm:t>
    </dgm:pt>
    <dgm:pt modelId="{37A0401D-0810-4DCD-9AB1-FB018E8C0E30}" type="parTrans" cxnId="{9C39BAA1-E854-4DEF-9609-9456EF7E73A9}">
      <dgm:prSet/>
      <dgm:spPr/>
    </dgm:pt>
    <dgm:pt modelId="{FF7F71F9-CAA8-4939-B032-C5B62DBD7EE3}" type="sibTrans" cxnId="{9C39BAA1-E854-4DEF-9609-9456EF7E73A9}">
      <dgm:prSet/>
      <dgm:spPr/>
    </dgm:pt>
    <dgm:pt modelId="{8EDC09C9-8E49-4793-862B-32751E611C18}">
      <dgm:prSet phldr="0"/>
      <dgm:spPr/>
      <dgm:t>
        <a:bodyPr/>
        <a:lstStyle/>
        <a:p>
          <a:pPr rtl="0"/>
          <a:r>
            <a:rPr lang="en-GB" sz="1800" b="1" dirty="0" err="1">
              <a:latin typeface="Segoe UI"/>
              <a:cs typeface="Segoe UI"/>
            </a:rPr>
            <a:t>Whatsapp</a:t>
          </a:r>
          <a:r>
            <a:rPr lang="en-GB" sz="1800" b="1" dirty="0">
              <a:latin typeface="Segoe UI"/>
              <a:cs typeface="Segoe UI"/>
            </a:rPr>
            <a:t> / Chatbot Integration</a:t>
          </a:r>
        </a:p>
      </dgm:t>
    </dgm:pt>
    <dgm:pt modelId="{3EF548BF-BB99-4BC3-BBD4-32B357E53435}" type="parTrans" cxnId="{D9BA6A63-64CC-4941-B69C-826E30B190D1}">
      <dgm:prSet/>
      <dgm:spPr/>
    </dgm:pt>
    <dgm:pt modelId="{8FD50D98-21EC-428F-992B-9E183018F716}" type="sibTrans" cxnId="{D9BA6A63-64CC-4941-B69C-826E30B190D1}">
      <dgm:prSet/>
      <dgm:spPr/>
    </dgm:pt>
    <dgm:pt modelId="{5EF68C61-7805-498B-A678-BBF2AB8FC4D0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Complaint submission via chatbot</a:t>
          </a:r>
        </a:p>
      </dgm:t>
    </dgm:pt>
    <dgm:pt modelId="{5C8E9F46-23B5-4B32-90BC-1DC4036AD126}" type="parTrans" cxnId="{1928342A-ADAF-4937-AC03-FC31D0D49250}">
      <dgm:prSet/>
      <dgm:spPr/>
    </dgm:pt>
    <dgm:pt modelId="{13AA189C-BF5C-4EC5-BF03-6519C0CFCABF}" type="sibTrans" cxnId="{1928342A-ADAF-4937-AC03-FC31D0D49250}">
      <dgm:prSet/>
      <dgm:spPr/>
    </dgm:pt>
    <dgm:pt modelId="{7073A832-212F-4275-9CC0-0E8305660EAF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Automated status updates</a:t>
          </a:r>
        </a:p>
      </dgm:t>
    </dgm:pt>
    <dgm:pt modelId="{9A5C9074-E7EE-4833-BA9B-F47247521D64}" type="parTrans" cxnId="{4F2F6608-EADF-4B0D-AE09-53C0B6205EA4}">
      <dgm:prSet/>
      <dgm:spPr/>
    </dgm:pt>
    <dgm:pt modelId="{15AB22F5-CEB4-406D-A737-74D44700D285}" type="sibTrans" cxnId="{4F2F6608-EADF-4B0D-AE09-53C0B6205EA4}">
      <dgm:prSet/>
      <dgm:spPr/>
    </dgm:pt>
    <dgm:pt modelId="{3E07F028-DFAD-4B83-A356-EB279880C756}">
      <dgm:prSet phldr="0"/>
      <dgm:spPr/>
      <dgm:t>
        <a:bodyPr/>
        <a:lstStyle/>
        <a:p>
          <a:pPr rtl="0"/>
          <a:r>
            <a:rPr lang="en-GB" sz="1400" dirty="0">
              <a:latin typeface="Segoe UI"/>
              <a:cs typeface="Segoe UI"/>
            </a:rPr>
            <a:t>Wider citizen reach</a:t>
          </a:r>
        </a:p>
      </dgm:t>
    </dgm:pt>
    <dgm:pt modelId="{7BB24B5A-1ACD-454D-9495-2CCEB5C077FF}" type="parTrans" cxnId="{1EA3CC45-617F-43F6-AE02-407F6BABFFF5}">
      <dgm:prSet/>
      <dgm:spPr/>
    </dgm:pt>
    <dgm:pt modelId="{57CEEB4A-EC2C-4A5E-BEC7-C0B0A81C729D}" type="sibTrans" cxnId="{1EA3CC45-617F-43F6-AE02-407F6BABFFF5}">
      <dgm:prSet/>
      <dgm:spPr/>
    </dgm:pt>
    <dgm:pt modelId="{EAD2EC2E-A518-44A1-B4BF-13970634A1B0}" type="pres">
      <dgm:prSet presAssocID="{86337C59-90BE-4C2B-9744-9BE4C54C6E04}" presName="Name0" presStyleCnt="0">
        <dgm:presLayoutVars>
          <dgm:dir/>
          <dgm:resizeHandles val="exact"/>
        </dgm:presLayoutVars>
      </dgm:prSet>
      <dgm:spPr/>
    </dgm:pt>
    <dgm:pt modelId="{B259021B-82D6-4433-83B6-E445966604D8}" type="pres">
      <dgm:prSet presAssocID="{CC2E4928-1710-4EE4-BD3D-599DACDA4EA6}" presName="Name5" presStyleLbl="vennNode1" presStyleIdx="0" presStyleCnt="5">
        <dgm:presLayoutVars>
          <dgm:bulletEnabled val="1"/>
        </dgm:presLayoutVars>
      </dgm:prSet>
      <dgm:spPr/>
    </dgm:pt>
    <dgm:pt modelId="{816EEAFC-B5E0-4CD4-ABE5-33DA123E00A2}" type="pres">
      <dgm:prSet presAssocID="{047FABCD-8465-4115-B759-B8BD20D1E2A7}" presName="space" presStyleCnt="0"/>
      <dgm:spPr/>
    </dgm:pt>
    <dgm:pt modelId="{3BB10728-C273-4351-867B-719AFDE32E37}" type="pres">
      <dgm:prSet presAssocID="{582ECA5B-8DAC-417E-B3B5-2B317E924026}" presName="Name5" presStyleLbl="vennNode1" presStyleIdx="1" presStyleCnt="5">
        <dgm:presLayoutVars>
          <dgm:bulletEnabled val="1"/>
        </dgm:presLayoutVars>
      </dgm:prSet>
      <dgm:spPr/>
    </dgm:pt>
    <dgm:pt modelId="{56FAE23D-745D-4535-8582-DCA36C3C201E}" type="pres">
      <dgm:prSet presAssocID="{23EE8374-427C-4A19-A376-854240B879B8}" presName="space" presStyleCnt="0"/>
      <dgm:spPr/>
    </dgm:pt>
    <dgm:pt modelId="{6AB659A5-58F4-4AD0-8CBC-D0ADF47C2918}" type="pres">
      <dgm:prSet presAssocID="{5C72B0E1-FE91-41E6-9695-CD934C2FC554}" presName="Name5" presStyleLbl="vennNode1" presStyleIdx="2" presStyleCnt="5">
        <dgm:presLayoutVars>
          <dgm:bulletEnabled val="1"/>
        </dgm:presLayoutVars>
      </dgm:prSet>
      <dgm:spPr/>
    </dgm:pt>
    <dgm:pt modelId="{EEB51FAE-5AB4-40D2-9159-9C373BAF820D}" type="pres">
      <dgm:prSet presAssocID="{D77E2177-0F81-4601-9062-5836CA94219B}" presName="space" presStyleCnt="0"/>
      <dgm:spPr/>
    </dgm:pt>
    <dgm:pt modelId="{D10C859B-9624-4722-93F3-E8996D0B8D7D}" type="pres">
      <dgm:prSet presAssocID="{DADDF409-ADE0-46A6-8021-94BBCA522ACC}" presName="Name5" presStyleLbl="vennNode1" presStyleIdx="3" presStyleCnt="5">
        <dgm:presLayoutVars>
          <dgm:bulletEnabled val="1"/>
        </dgm:presLayoutVars>
      </dgm:prSet>
      <dgm:spPr/>
    </dgm:pt>
    <dgm:pt modelId="{09604CCE-B423-42F7-A50F-8D1C4EFBF7EF}" type="pres">
      <dgm:prSet presAssocID="{39217DBB-2042-4B91-B53F-DBBA8490B8C8}" presName="space" presStyleCnt="0"/>
      <dgm:spPr/>
    </dgm:pt>
    <dgm:pt modelId="{B8AB498F-C574-4EE1-B85A-8447405BF18C}" type="pres">
      <dgm:prSet presAssocID="{8EDC09C9-8E49-4793-862B-32751E611C18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95BDBC06-E53D-4E30-9D55-5D9CA794883C}" srcId="{86337C59-90BE-4C2B-9744-9BE4C54C6E04}" destId="{DADDF409-ADE0-46A6-8021-94BBCA522ACC}" srcOrd="3" destOrd="0" parTransId="{EE86E2F5-B214-4630-9FF4-B6C9A606A43B}" sibTransId="{39217DBB-2042-4B91-B53F-DBBA8490B8C8}"/>
    <dgm:cxn modelId="{4F2F6608-EADF-4B0D-AE09-53C0B6205EA4}" srcId="{8EDC09C9-8E49-4793-862B-32751E611C18}" destId="{7073A832-212F-4275-9CC0-0E8305660EAF}" srcOrd="1" destOrd="0" parTransId="{9A5C9074-E7EE-4833-BA9B-F47247521D64}" sibTransId="{15AB22F5-CEB4-406D-A737-74D44700D285}"/>
    <dgm:cxn modelId="{57487B11-5D25-4352-A330-72E7904BD8C3}" srcId="{86337C59-90BE-4C2B-9744-9BE4C54C6E04}" destId="{5C72B0E1-FE91-41E6-9695-CD934C2FC554}" srcOrd="2" destOrd="0" parTransId="{5499693A-2885-4EE7-95D0-4036A09E4575}" sibTransId="{D77E2177-0F81-4601-9062-5836CA94219B}"/>
    <dgm:cxn modelId="{269ABC26-2EE6-4104-932C-97AEBCC63030}" type="presOf" srcId="{39F13365-01C3-4E9F-8709-B9C0190BA3C0}" destId="{D10C859B-9624-4722-93F3-E8996D0B8D7D}" srcOrd="0" destOrd="1" presId="urn:microsoft.com/office/officeart/2005/8/layout/venn3"/>
    <dgm:cxn modelId="{1928342A-ADAF-4937-AC03-FC31D0D49250}" srcId="{8EDC09C9-8E49-4793-862B-32751E611C18}" destId="{5EF68C61-7805-498B-A678-BBF2AB8FC4D0}" srcOrd="0" destOrd="0" parTransId="{5C8E9F46-23B5-4B32-90BC-1DC4036AD126}" sibTransId="{13AA189C-BF5C-4EC5-BF03-6519C0CFCABF}"/>
    <dgm:cxn modelId="{C208C02D-E452-4A96-AE5A-4AA83041A64E}" srcId="{5C72B0E1-FE91-41E6-9695-CD934C2FC554}" destId="{550100C0-44AA-442C-98D3-667959683C58}" srcOrd="1" destOrd="0" parTransId="{BC064554-3CA0-472A-8726-3B7C9BAE8F75}" sibTransId="{FA2AF234-D9D8-4B63-9603-E90FC7B6AB78}"/>
    <dgm:cxn modelId="{08FF1E31-7203-4183-BD44-CD37064019AA}" type="presOf" srcId="{796790D3-7D22-4CF0-8E8E-898B01627B0A}" destId="{D10C859B-9624-4722-93F3-E8996D0B8D7D}" srcOrd="0" destOrd="3" presId="urn:microsoft.com/office/officeart/2005/8/layout/venn3"/>
    <dgm:cxn modelId="{4A8FFE36-9D13-4B4E-A91E-B319C80F1081}" type="presOf" srcId="{425B7E36-BF6C-450F-BE60-E83A08EA4C8E}" destId="{3BB10728-C273-4351-867B-719AFDE32E37}" srcOrd="0" destOrd="3" presId="urn:microsoft.com/office/officeart/2005/8/layout/venn3"/>
    <dgm:cxn modelId="{DD342142-55E3-474B-B21D-572D67F8931A}" srcId="{DADDF409-ADE0-46A6-8021-94BBCA522ACC}" destId="{CFF881C6-1AAA-4935-87A9-675F2B701C01}" srcOrd="1" destOrd="0" parTransId="{76FC41FC-B257-4E09-B9A0-187C466B276D}" sibTransId="{46563DBF-2AC7-4A38-9118-22BF34E450C3}"/>
    <dgm:cxn modelId="{81B71663-653A-457A-8233-58304D511288}" type="presOf" srcId="{582ECA5B-8DAC-417E-B3B5-2B317E924026}" destId="{3BB10728-C273-4351-867B-719AFDE32E37}" srcOrd="0" destOrd="0" presId="urn:microsoft.com/office/officeart/2005/8/layout/venn3"/>
    <dgm:cxn modelId="{D9BA6A63-64CC-4941-B69C-826E30B190D1}" srcId="{86337C59-90BE-4C2B-9744-9BE4C54C6E04}" destId="{8EDC09C9-8E49-4793-862B-32751E611C18}" srcOrd="4" destOrd="0" parTransId="{3EF548BF-BB99-4BC3-BBD4-32B357E53435}" sibTransId="{8FD50D98-21EC-428F-992B-9E183018F716}"/>
    <dgm:cxn modelId="{1EA3CC45-617F-43F6-AE02-407F6BABFFF5}" srcId="{8EDC09C9-8E49-4793-862B-32751E611C18}" destId="{3E07F028-DFAD-4B83-A356-EB279880C756}" srcOrd="2" destOrd="0" parTransId="{7BB24B5A-1ACD-454D-9495-2CCEB5C077FF}" sibTransId="{57CEEB4A-EC2C-4A5E-BEC7-C0B0A81C729D}"/>
    <dgm:cxn modelId="{6539D445-29C9-4ED3-93C1-A7D8E074A442}" type="presOf" srcId="{550100C0-44AA-442C-98D3-667959683C58}" destId="{6AB659A5-58F4-4AD0-8CBC-D0ADF47C2918}" srcOrd="0" destOrd="2" presId="urn:microsoft.com/office/officeart/2005/8/layout/venn3"/>
    <dgm:cxn modelId="{85755067-098B-40B7-B73F-333E03157607}" srcId="{CC2E4928-1710-4EE4-BD3D-599DACDA4EA6}" destId="{EEB7BD90-2B6A-4F2B-B526-848AE5490B47}" srcOrd="1" destOrd="0" parTransId="{7EE6884D-743B-4CF5-A484-57029431B358}" sibTransId="{F60A8436-2FAF-4E6C-9D58-7F2E2B853590}"/>
    <dgm:cxn modelId="{7187456F-8366-4660-A1F8-CFE0A3C88E93}" type="presOf" srcId="{7998BBEE-B8DE-42E9-BB09-3750E155B73D}" destId="{B259021B-82D6-4433-83B6-E445966604D8}" srcOrd="0" destOrd="3" presId="urn:microsoft.com/office/officeart/2005/8/layout/venn3"/>
    <dgm:cxn modelId="{2B7A4B78-C9C8-49BB-A4C0-1C3BB7DB29E7}" srcId="{86337C59-90BE-4C2B-9744-9BE4C54C6E04}" destId="{582ECA5B-8DAC-417E-B3B5-2B317E924026}" srcOrd="1" destOrd="0" parTransId="{64A8C071-BF0B-4E66-8A5C-F27578CEC3B3}" sibTransId="{23EE8374-427C-4A19-A376-854240B879B8}"/>
    <dgm:cxn modelId="{3DFF125A-6982-44C2-B55C-EA77DC24F80E}" type="presOf" srcId="{5C72B0E1-FE91-41E6-9695-CD934C2FC554}" destId="{6AB659A5-58F4-4AD0-8CBC-D0ADF47C2918}" srcOrd="0" destOrd="0" presId="urn:microsoft.com/office/officeart/2005/8/layout/venn3"/>
    <dgm:cxn modelId="{3D53F57B-47CE-4F0B-9C9F-2D1CE9B976E7}" type="presOf" srcId="{D3186657-DD29-4485-956D-221EA53FB467}" destId="{3BB10728-C273-4351-867B-719AFDE32E37}" srcOrd="0" destOrd="2" presId="urn:microsoft.com/office/officeart/2005/8/layout/venn3"/>
    <dgm:cxn modelId="{18C42182-C975-4B18-B8D9-0D9711397B92}" type="presOf" srcId="{CC2E4928-1710-4EE4-BD3D-599DACDA4EA6}" destId="{B259021B-82D6-4433-83B6-E445966604D8}" srcOrd="0" destOrd="0" presId="urn:microsoft.com/office/officeart/2005/8/layout/venn3"/>
    <dgm:cxn modelId="{90944F82-1BF9-4EAB-9C73-283370997EEA}" type="presOf" srcId="{5EF68C61-7805-498B-A678-BBF2AB8FC4D0}" destId="{B8AB498F-C574-4EE1-B85A-8447405BF18C}" srcOrd="0" destOrd="1" presId="urn:microsoft.com/office/officeart/2005/8/layout/venn3"/>
    <dgm:cxn modelId="{2D4E1690-0EC4-4F2E-BFC6-93D90744D530}" type="presOf" srcId="{DADDF409-ADE0-46A6-8021-94BBCA522ACC}" destId="{D10C859B-9624-4722-93F3-E8996D0B8D7D}" srcOrd="0" destOrd="0" presId="urn:microsoft.com/office/officeart/2005/8/layout/venn3"/>
    <dgm:cxn modelId="{EC717094-41C1-4422-88ED-7E6C6A0AF1FD}" srcId="{582ECA5B-8DAC-417E-B3B5-2B317E924026}" destId="{25198055-58E0-4141-AB15-BF8CF5780F11}" srcOrd="0" destOrd="0" parTransId="{BD421B3C-F431-45EB-8949-E9B08DAEA2C5}" sibTransId="{ED74D971-A29C-421F-8819-A090A116B6AE}"/>
    <dgm:cxn modelId="{D97A6B96-00E3-4129-80E2-A6DBFB434198}" srcId="{5C72B0E1-FE91-41E6-9695-CD934C2FC554}" destId="{1AFCA821-4F02-42D5-89AB-ADA3EFBF1666}" srcOrd="0" destOrd="0" parTransId="{B176EB7F-1220-4052-BC05-C07ED0790103}" sibTransId="{F8B07BB8-F2E9-43AA-95E5-DC4D702D7566}"/>
    <dgm:cxn modelId="{E4451597-9D27-4B17-B403-64280F0E9A3E}" srcId="{DADDF409-ADE0-46A6-8021-94BBCA522ACC}" destId="{39F13365-01C3-4E9F-8709-B9C0190BA3C0}" srcOrd="0" destOrd="0" parTransId="{3E10A144-3DD5-4D21-8C72-7780BF5584C9}" sibTransId="{23FB1070-7624-46C8-81D6-0AE68C080EC4}"/>
    <dgm:cxn modelId="{B2947F9C-A3CA-480A-96CC-9D2D8C490CE4}" type="presOf" srcId="{959A735B-FF71-46D4-887E-8E156C6BB34C}" destId="{B259021B-82D6-4433-83B6-E445966604D8}" srcOrd="0" destOrd="1" presId="urn:microsoft.com/office/officeart/2005/8/layout/venn3"/>
    <dgm:cxn modelId="{79BF539D-59EB-45FC-8E27-C81B935623B6}" type="presOf" srcId="{7073A832-212F-4275-9CC0-0E8305660EAF}" destId="{B8AB498F-C574-4EE1-B85A-8447405BF18C}" srcOrd="0" destOrd="2" presId="urn:microsoft.com/office/officeart/2005/8/layout/venn3"/>
    <dgm:cxn modelId="{6B699F9D-FC2A-43E7-995A-9CEA5DFD0B17}" srcId="{582ECA5B-8DAC-417E-B3B5-2B317E924026}" destId="{425B7E36-BF6C-450F-BE60-E83A08EA4C8E}" srcOrd="2" destOrd="0" parTransId="{A295AF52-D6FB-477C-B2BF-DFE86A9F1B94}" sibTransId="{EA0FA256-BD45-4AE2-A598-1381DEAFEAB8}"/>
    <dgm:cxn modelId="{9C39BAA1-E854-4DEF-9609-9456EF7E73A9}" srcId="{DADDF409-ADE0-46A6-8021-94BBCA522ACC}" destId="{796790D3-7D22-4CF0-8E8E-898B01627B0A}" srcOrd="2" destOrd="0" parTransId="{37A0401D-0810-4DCD-9AB1-FB018E8C0E30}" sibTransId="{FF7F71F9-CAA8-4939-B032-C5B62DBD7EE3}"/>
    <dgm:cxn modelId="{7300C0A3-0638-4653-9FF0-05822C161087}" type="presOf" srcId="{3E07F028-DFAD-4B83-A356-EB279880C756}" destId="{B8AB498F-C574-4EE1-B85A-8447405BF18C}" srcOrd="0" destOrd="3" presId="urn:microsoft.com/office/officeart/2005/8/layout/venn3"/>
    <dgm:cxn modelId="{3115D9B0-2CCC-43D3-8305-7353A1675C51}" type="presOf" srcId="{EEB7BD90-2B6A-4F2B-B526-848AE5490B47}" destId="{B259021B-82D6-4433-83B6-E445966604D8}" srcOrd="0" destOrd="2" presId="urn:microsoft.com/office/officeart/2005/8/layout/venn3"/>
    <dgm:cxn modelId="{A25116B4-8B26-4C29-ADF1-1BA2D66364F6}" type="presOf" srcId="{86C7D20F-7EBB-4E40-9AE6-35DD9A2BC22C}" destId="{6AB659A5-58F4-4AD0-8CBC-D0ADF47C2918}" srcOrd="0" destOrd="3" presId="urn:microsoft.com/office/officeart/2005/8/layout/venn3"/>
    <dgm:cxn modelId="{A70A52C1-1C44-4E39-AD49-3D87A6E98C8C}" type="presOf" srcId="{8EDC09C9-8E49-4793-862B-32751E611C18}" destId="{B8AB498F-C574-4EE1-B85A-8447405BF18C}" srcOrd="0" destOrd="0" presId="urn:microsoft.com/office/officeart/2005/8/layout/venn3"/>
    <dgm:cxn modelId="{E162A1C5-6139-49CA-B471-4ECA9F4007FD}" srcId="{CC2E4928-1710-4EE4-BD3D-599DACDA4EA6}" destId="{959A735B-FF71-46D4-887E-8E156C6BB34C}" srcOrd="0" destOrd="0" parTransId="{F31EE48C-286B-4A40-9A08-460E4F95D12C}" sibTransId="{E6BF2996-2DBA-4A57-8B05-F8202A5B6464}"/>
    <dgm:cxn modelId="{C42AE4D1-9D87-47D5-BB36-6BDA7660A4AE}" srcId="{582ECA5B-8DAC-417E-B3B5-2B317E924026}" destId="{D3186657-DD29-4485-956D-221EA53FB467}" srcOrd="1" destOrd="0" parTransId="{3E605393-65BB-47DA-8618-E20D4CD2FFC3}" sibTransId="{26CF2D06-89C2-4F2D-B647-27E39B79472C}"/>
    <dgm:cxn modelId="{A540A1D7-B486-44B6-AA89-1BBF1BDBDA59}" type="presOf" srcId="{86337C59-90BE-4C2B-9744-9BE4C54C6E04}" destId="{EAD2EC2E-A518-44A1-B4BF-13970634A1B0}" srcOrd="0" destOrd="0" presId="urn:microsoft.com/office/officeart/2005/8/layout/venn3"/>
    <dgm:cxn modelId="{D775B5E3-12A3-4C6B-927A-8DBA9CBB4FF8}" srcId="{CC2E4928-1710-4EE4-BD3D-599DACDA4EA6}" destId="{7998BBEE-B8DE-42E9-BB09-3750E155B73D}" srcOrd="2" destOrd="0" parTransId="{5AF02455-DC10-4E18-B177-A4AF51C65A89}" sibTransId="{BA402441-629C-4E2E-8F42-31B805157C03}"/>
    <dgm:cxn modelId="{C258C9E3-77C6-458E-AF7A-57240816DE5D}" srcId="{5C72B0E1-FE91-41E6-9695-CD934C2FC554}" destId="{86C7D20F-7EBB-4E40-9AE6-35DD9A2BC22C}" srcOrd="2" destOrd="0" parTransId="{B725E550-4D11-4D8C-9E6F-DBEBF82DB5BA}" sibTransId="{CC7BFDB5-1A1B-41D5-ABB0-D7C0CCCF5B23}"/>
    <dgm:cxn modelId="{CDFDE6E5-0444-4C80-98B2-54DAB8A4BAB9}" type="presOf" srcId="{1AFCA821-4F02-42D5-89AB-ADA3EFBF1666}" destId="{6AB659A5-58F4-4AD0-8CBC-D0ADF47C2918}" srcOrd="0" destOrd="1" presId="urn:microsoft.com/office/officeart/2005/8/layout/venn3"/>
    <dgm:cxn modelId="{5C17F0E6-78EF-4197-B3ED-DE9AE0EB39CE}" type="presOf" srcId="{25198055-58E0-4141-AB15-BF8CF5780F11}" destId="{3BB10728-C273-4351-867B-719AFDE32E37}" srcOrd="0" destOrd="1" presId="urn:microsoft.com/office/officeart/2005/8/layout/venn3"/>
    <dgm:cxn modelId="{61714EF2-1E95-440B-B4EE-6B4A2FCC6A33}" type="presOf" srcId="{CFF881C6-1AAA-4935-87A9-675F2B701C01}" destId="{D10C859B-9624-4722-93F3-E8996D0B8D7D}" srcOrd="0" destOrd="2" presId="urn:microsoft.com/office/officeart/2005/8/layout/venn3"/>
    <dgm:cxn modelId="{192F53F6-44C7-4CBB-8CA5-2C8718F9BF37}" srcId="{86337C59-90BE-4C2B-9744-9BE4C54C6E04}" destId="{CC2E4928-1710-4EE4-BD3D-599DACDA4EA6}" srcOrd="0" destOrd="0" parTransId="{97FCDF54-40C3-4DF4-AC81-BC655B67C585}" sibTransId="{047FABCD-8465-4115-B759-B8BD20D1E2A7}"/>
    <dgm:cxn modelId="{06D54A87-009D-4822-B71E-1BDD7D596BE1}" type="presParOf" srcId="{EAD2EC2E-A518-44A1-B4BF-13970634A1B0}" destId="{B259021B-82D6-4433-83B6-E445966604D8}" srcOrd="0" destOrd="0" presId="urn:microsoft.com/office/officeart/2005/8/layout/venn3"/>
    <dgm:cxn modelId="{36368590-7F21-4B31-AFB3-4E597EF5C8E6}" type="presParOf" srcId="{EAD2EC2E-A518-44A1-B4BF-13970634A1B0}" destId="{816EEAFC-B5E0-4CD4-ABE5-33DA123E00A2}" srcOrd="1" destOrd="0" presId="urn:microsoft.com/office/officeart/2005/8/layout/venn3"/>
    <dgm:cxn modelId="{580AADBB-28F7-4759-B1DB-30EF03F8118E}" type="presParOf" srcId="{EAD2EC2E-A518-44A1-B4BF-13970634A1B0}" destId="{3BB10728-C273-4351-867B-719AFDE32E37}" srcOrd="2" destOrd="0" presId="urn:microsoft.com/office/officeart/2005/8/layout/venn3"/>
    <dgm:cxn modelId="{3B48ED44-493E-436A-9594-0DF0B2D97284}" type="presParOf" srcId="{EAD2EC2E-A518-44A1-B4BF-13970634A1B0}" destId="{56FAE23D-745D-4535-8582-DCA36C3C201E}" srcOrd="3" destOrd="0" presId="urn:microsoft.com/office/officeart/2005/8/layout/venn3"/>
    <dgm:cxn modelId="{12E6409A-BDEC-4D73-9C35-CDCCBF655F52}" type="presParOf" srcId="{EAD2EC2E-A518-44A1-B4BF-13970634A1B0}" destId="{6AB659A5-58F4-4AD0-8CBC-D0ADF47C2918}" srcOrd="4" destOrd="0" presId="urn:microsoft.com/office/officeart/2005/8/layout/venn3"/>
    <dgm:cxn modelId="{A7281B43-54C9-415A-8035-0346302C2E83}" type="presParOf" srcId="{EAD2EC2E-A518-44A1-B4BF-13970634A1B0}" destId="{EEB51FAE-5AB4-40D2-9159-9C373BAF820D}" srcOrd="5" destOrd="0" presId="urn:microsoft.com/office/officeart/2005/8/layout/venn3"/>
    <dgm:cxn modelId="{31E60087-F836-402F-9E66-D9F2FC70381E}" type="presParOf" srcId="{EAD2EC2E-A518-44A1-B4BF-13970634A1B0}" destId="{D10C859B-9624-4722-93F3-E8996D0B8D7D}" srcOrd="6" destOrd="0" presId="urn:microsoft.com/office/officeart/2005/8/layout/venn3"/>
    <dgm:cxn modelId="{5E480A9A-9B4A-44A2-A9F3-62B2DA9E0527}" type="presParOf" srcId="{EAD2EC2E-A518-44A1-B4BF-13970634A1B0}" destId="{09604CCE-B423-42F7-A50F-8D1C4EFBF7EF}" srcOrd="7" destOrd="0" presId="urn:microsoft.com/office/officeart/2005/8/layout/venn3"/>
    <dgm:cxn modelId="{9835C3F0-6AB8-45EE-A654-EDE14748B888}" type="presParOf" srcId="{EAD2EC2E-A518-44A1-B4BF-13970634A1B0}" destId="{B8AB498F-C574-4EE1-B85A-8447405BF18C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01EE6-EB97-410F-A00B-4DAB7C367692}">
      <dsp:nvSpPr>
        <dsp:cNvPr id="0" name=""/>
        <dsp:cNvSpPr/>
      </dsp:nvSpPr>
      <dsp:spPr>
        <a:xfrm>
          <a:off x="0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Citizen Complaint                                </a:t>
          </a:r>
        </a:p>
      </dsp:txBody>
      <dsp:txXfrm>
        <a:off x="36739" y="331391"/>
        <a:ext cx="1396835" cy="1180883"/>
      </dsp:txXfrm>
    </dsp:sp>
    <dsp:sp modelId="{1586ADAA-8B4A-40CD-8B64-A90F708CA0F1}">
      <dsp:nvSpPr>
        <dsp:cNvPr id="0" name=""/>
        <dsp:cNvSpPr/>
      </dsp:nvSpPr>
      <dsp:spPr>
        <a:xfrm>
          <a:off x="1617344" y="739514"/>
          <a:ext cx="311706" cy="3646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1617344" y="812441"/>
        <a:ext cx="218194" cy="218783"/>
      </dsp:txXfrm>
    </dsp:sp>
    <dsp:sp modelId="{4E4029F4-A5F6-420C-A8DB-254B515655B2}">
      <dsp:nvSpPr>
        <dsp:cNvPr id="0" name=""/>
        <dsp:cNvSpPr/>
      </dsp:nvSpPr>
      <dsp:spPr>
        <a:xfrm>
          <a:off x="2058439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8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8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8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AI processing (NLP + Sentiment Analysis)</a:t>
          </a:r>
        </a:p>
      </dsp:txBody>
      <dsp:txXfrm>
        <a:off x="2095178" y="331391"/>
        <a:ext cx="1396835" cy="1180883"/>
      </dsp:txXfrm>
    </dsp:sp>
    <dsp:sp modelId="{3372208D-BA51-49E8-847A-E08D645860AA}">
      <dsp:nvSpPr>
        <dsp:cNvPr id="0" name=""/>
        <dsp:cNvSpPr/>
      </dsp:nvSpPr>
      <dsp:spPr>
        <a:xfrm>
          <a:off x="3675784" y="739514"/>
          <a:ext cx="311706" cy="3646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149821"/>
                <a:satOff val="-14550"/>
                <a:lumOff val="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149821"/>
                <a:satOff val="-14550"/>
                <a:lumOff val="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149821"/>
                <a:satOff val="-14550"/>
                <a:lumOff val="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675784" y="812441"/>
        <a:ext cx="218194" cy="218783"/>
      </dsp:txXfrm>
    </dsp:sp>
    <dsp:sp modelId="{EE5E1618-0E9F-48BB-B07E-58B4BBED2C8C}">
      <dsp:nvSpPr>
        <dsp:cNvPr id="0" name=""/>
        <dsp:cNvSpPr/>
      </dsp:nvSpPr>
      <dsp:spPr>
        <a:xfrm>
          <a:off x="4116878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6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6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6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Pattern and Cluster Detection</a:t>
          </a:r>
        </a:p>
      </dsp:txBody>
      <dsp:txXfrm>
        <a:off x="4153617" y="331391"/>
        <a:ext cx="1396835" cy="1180883"/>
      </dsp:txXfrm>
    </dsp:sp>
    <dsp:sp modelId="{D35F8E81-3CFE-43D9-AA92-4CD084AE35A1}">
      <dsp:nvSpPr>
        <dsp:cNvPr id="0" name=""/>
        <dsp:cNvSpPr/>
      </dsp:nvSpPr>
      <dsp:spPr>
        <a:xfrm>
          <a:off x="5734223" y="739514"/>
          <a:ext cx="311706" cy="3646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299641"/>
                <a:satOff val="-29101"/>
                <a:lumOff val="245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299641"/>
                <a:satOff val="-29101"/>
                <a:lumOff val="245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299641"/>
                <a:satOff val="-29101"/>
                <a:lumOff val="245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5734223" y="812441"/>
        <a:ext cx="218194" cy="218783"/>
      </dsp:txXfrm>
    </dsp:sp>
    <dsp:sp modelId="{901B0A05-7433-4EF4-9886-D7A55BB3DC40}">
      <dsp:nvSpPr>
        <dsp:cNvPr id="0" name=""/>
        <dsp:cNvSpPr/>
      </dsp:nvSpPr>
      <dsp:spPr>
        <a:xfrm>
          <a:off x="6175317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4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4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4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Priority Scoring Engine</a:t>
          </a:r>
        </a:p>
      </dsp:txBody>
      <dsp:txXfrm>
        <a:off x="6212056" y="331391"/>
        <a:ext cx="1396835" cy="1180883"/>
      </dsp:txXfrm>
    </dsp:sp>
    <dsp:sp modelId="{B2EAA8E4-2460-445B-923A-EA41D1FE85E8}">
      <dsp:nvSpPr>
        <dsp:cNvPr id="0" name=""/>
        <dsp:cNvSpPr/>
      </dsp:nvSpPr>
      <dsp:spPr>
        <a:xfrm>
          <a:off x="7792662" y="739514"/>
          <a:ext cx="311706" cy="3646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449462"/>
                <a:satOff val="-43651"/>
                <a:lumOff val="3676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449462"/>
                <a:satOff val="-43651"/>
                <a:lumOff val="3676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449462"/>
                <a:satOff val="-43651"/>
                <a:lumOff val="3676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7792662" y="812441"/>
        <a:ext cx="218194" cy="218783"/>
      </dsp:txXfrm>
    </dsp:sp>
    <dsp:sp modelId="{1A821D47-24A7-4498-9C33-8099D1D2A989}">
      <dsp:nvSpPr>
        <dsp:cNvPr id="0" name=""/>
        <dsp:cNvSpPr/>
      </dsp:nvSpPr>
      <dsp:spPr>
        <a:xfrm>
          <a:off x="8233756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2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2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2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Real – Time Dashboard</a:t>
          </a:r>
        </a:p>
      </dsp:txBody>
      <dsp:txXfrm>
        <a:off x="8270495" y="331391"/>
        <a:ext cx="1396835" cy="1180883"/>
      </dsp:txXfrm>
    </dsp:sp>
    <dsp:sp modelId="{12CEC49E-AE9E-4056-9826-7AE05CDE8516}">
      <dsp:nvSpPr>
        <dsp:cNvPr id="0" name=""/>
        <dsp:cNvSpPr/>
      </dsp:nvSpPr>
      <dsp:spPr>
        <a:xfrm>
          <a:off x="9851101" y="739514"/>
          <a:ext cx="311706" cy="3646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599282"/>
                <a:satOff val="-58201"/>
                <a:lumOff val="490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599282"/>
                <a:satOff val="-58201"/>
                <a:lumOff val="490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599282"/>
                <a:satOff val="-58201"/>
                <a:lumOff val="490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9851101" y="812441"/>
        <a:ext cx="218194" cy="218783"/>
      </dsp:txXfrm>
    </dsp:sp>
    <dsp:sp modelId="{C618A4E7-FFB4-4C16-87C2-EA8510FEC3FB}">
      <dsp:nvSpPr>
        <dsp:cNvPr id="0" name=""/>
        <dsp:cNvSpPr/>
      </dsp:nvSpPr>
      <dsp:spPr>
        <a:xfrm>
          <a:off x="10292195" y="294652"/>
          <a:ext cx="1470313" cy="12543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Segoe UI"/>
              <a:cs typeface="Segoe UI"/>
            </a:rPr>
            <a:t>Action and Monitoring</a:t>
          </a:r>
        </a:p>
      </dsp:txBody>
      <dsp:txXfrm>
        <a:off x="10328934" y="331391"/>
        <a:ext cx="1396835" cy="11808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FF716-56BC-4276-938C-29BEDB31A0B7}">
      <dsp:nvSpPr>
        <dsp:cNvPr id="0" name=""/>
        <dsp:cNvSpPr/>
      </dsp:nvSpPr>
      <dsp:spPr>
        <a:xfrm>
          <a:off x="1520" y="1315977"/>
          <a:ext cx="1910928" cy="8756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>
              <a:latin typeface="Segoe UI"/>
              <a:cs typeface="Segoe UI"/>
            </a:rPr>
            <a:t>Presentation Layer</a:t>
          </a:r>
        </a:p>
      </dsp:txBody>
      <dsp:txXfrm>
        <a:off x="1520" y="1315977"/>
        <a:ext cx="1910928" cy="583785"/>
      </dsp:txXfrm>
    </dsp:sp>
    <dsp:sp modelId="{5215D384-957F-493A-9404-896474B9DDC7}">
      <dsp:nvSpPr>
        <dsp:cNvPr id="0" name=""/>
        <dsp:cNvSpPr/>
      </dsp:nvSpPr>
      <dsp:spPr>
        <a:xfrm>
          <a:off x="392915" y="1899762"/>
          <a:ext cx="1910928" cy="2154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Citizen Web Portal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Admin Dashboard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Authentication and Role Control</a:t>
          </a:r>
        </a:p>
      </dsp:txBody>
      <dsp:txXfrm>
        <a:off x="448884" y="1955731"/>
        <a:ext cx="1798990" cy="2042662"/>
      </dsp:txXfrm>
    </dsp:sp>
    <dsp:sp modelId="{02212EDB-6993-427A-B59A-690D109578B5}">
      <dsp:nvSpPr>
        <dsp:cNvPr id="0" name=""/>
        <dsp:cNvSpPr/>
      </dsp:nvSpPr>
      <dsp:spPr>
        <a:xfrm>
          <a:off x="2202138" y="1369987"/>
          <a:ext cx="614142" cy="475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202138" y="1465140"/>
        <a:ext cx="471413" cy="285459"/>
      </dsp:txXfrm>
    </dsp:sp>
    <dsp:sp modelId="{F00F0095-7373-455E-9DD3-DA01401BDE0C}">
      <dsp:nvSpPr>
        <dsp:cNvPr id="0" name=""/>
        <dsp:cNvSpPr/>
      </dsp:nvSpPr>
      <dsp:spPr>
        <a:xfrm>
          <a:off x="3071207" y="1315977"/>
          <a:ext cx="1910928" cy="8756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>
              <a:latin typeface="Segoe UI"/>
              <a:cs typeface="Segoe UI"/>
            </a:rPr>
            <a:t>Application Layer</a:t>
          </a:r>
        </a:p>
      </dsp:txBody>
      <dsp:txXfrm>
        <a:off x="3071207" y="1315977"/>
        <a:ext cx="1910928" cy="583785"/>
      </dsp:txXfrm>
    </dsp:sp>
    <dsp:sp modelId="{4DC8DC97-E79B-4C10-8C0F-18CEDA6CC31A}">
      <dsp:nvSpPr>
        <dsp:cNvPr id="0" name=""/>
        <dsp:cNvSpPr/>
      </dsp:nvSpPr>
      <dsp:spPr>
        <a:xfrm>
          <a:off x="3462602" y="1899762"/>
          <a:ext cx="1910928" cy="2154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REST API Services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Complaint Processing Module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Priority Scoring Engine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Notification System</a:t>
          </a:r>
        </a:p>
      </dsp:txBody>
      <dsp:txXfrm>
        <a:off x="3518571" y="1955731"/>
        <a:ext cx="1798990" cy="2042662"/>
      </dsp:txXfrm>
    </dsp:sp>
    <dsp:sp modelId="{7E922A4E-706E-41F2-9132-81516268E1D9}">
      <dsp:nvSpPr>
        <dsp:cNvPr id="0" name=""/>
        <dsp:cNvSpPr/>
      </dsp:nvSpPr>
      <dsp:spPr>
        <a:xfrm>
          <a:off x="5271825" y="1369987"/>
          <a:ext cx="614142" cy="475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5271825" y="1465140"/>
        <a:ext cx="471413" cy="285459"/>
      </dsp:txXfrm>
    </dsp:sp>
    <dsp:sp modelId="{DE858AC8-DB3D-4B82-9BDD-65235A77BFEB}">
      <dsp:nvSpPr>
        <dsp:cNvPr id="0" name=""/>
        <dsp:cNvSpPr/>
      </dsp:nvSpPr>
      <dsp:spPr>
        <a:xfrm>
          <a:off x="6140895" y="1315977"/>
          <a:ext cx="1910928" cy="8756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>
              <a:latin typeface="Segoe UI"/>
              <a:cs typeface="Segoe UI"/>
            </a:rPr>
            <a:t>AI and Analytics Layer</a:t>
          </a:r>
        </a:p>
      </dsp:txBody>
      <dsp:txXfrm>
        <a:off x="6140895" y="1315977"/>
        <a:ext cx="1910928" cy="583785"/>
      </dsp:txXfrm>
    </dsp:sp>
    <dsp:sp modelId="{441384B5-76EF-44F1-A607-D7A263379BAE}">
      <dsp:nvSpPr>
        <dsp:cNvPr id="0" name=""/>
        <dsp:cNvSpPr/>
      </dsp:nvSpPr>
      <dsp:spPr>
        <a:xfrm>
          <a:off x="6532290" y="1899762"/>
          <a:ext cx="1910928" cy="2154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NLP Processing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Sentiment Processing  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Issue Classification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Complaint Clustering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Trend Detection </a:t>
          </a:r>
        </a:p>
      </dsp:txBody>
      <dsp:txXfrm>
        <a:off x="6588259" y="1955731"/>
        <a:ext cx="1798990" cy="2042662"/>
      </dsp:txXfrm>
    </dsp:sp>
    <dsp:sp modelId="{FF3EDE27-471D-4D1C-BF18-6AB8437D5366}">
      <dsp:nvSpPr>
        <dsp:cNvPr id="0" name=""/>
        <dsp:cNvSpPr/>
      </dsp:nvSpPr>
      <dsp:spPr>
        <a:xfrm>
          <a:off x="8341512" y="1369987"/>
          <a:ext cx="614142" cy="4757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8341512" y="1465140"/>
        <a:ext cx="471413" cy="285459"/>
      </dsp:txXfrm>
    </dsp:sp>
    <dsp:sp modelId="{BD71C0C4-5F0C-47E0-BF7A-48BC9ABC34B2}">
      <dsp:nvSpPr>
        <dsp:cNvPr id="0" name=""/>
        <dsp:cNvSpPr/>
      </dsp:nvSpPr>
      <dsp:spPr>
        <a:xfrm>
          <a:off x="9210582" y="1315977"/>
          <a:ext cx="1910928" cy="8756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>
              <a:latin typeface="Segoe UI"/>
              <a:cs typeface="Segoe UI"/>
            </a:rPr>
            <a:t>Data Layer</a:t>
          </a:r>
        </a:p>
      </dsp:txBody>
      <dsp:txXfrm>
        <a:off x="9210582" y="1315977"/>
        <a:ext cx="1910928" cy="583785"/>
      </dsp:txXfrm>
    </dsp:sp>
    <dsp:sp modelId="{394EDD0F-168C-4FD3-BC98-57992614D870}">
      <dsp:nvSpPr>
        <dsp:cNvPr id="0" name=""/>
        <dsp:cNvSpPr/>
      </dsp:nvSpPr>
      <dsp:spPr>
        <a:xfrm>
          <a:off x="9601977" y="1899762"/>
          <a:ext cx="1910928" cy="2154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Complaint Database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Ward and Location Data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Historical Records 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>
              <a:latin typeface="Segoe UI"/>
              <a:cs typeface="Segoe UI"/>
            </a:rPr>
            <a:t>Analytics Logs </a:t>
          </a:r>
        </a:p>
      </dsp:txBody>
      <dsp:txXfrm>
        <a:off x="9657946" y="1955731"/>
        <a:ext cx="1798990" cy="20426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DA293-7C83-4889-8861-043AC8EF0C4B}">
      <dsp:nvSpPr>
        <dsp:cNvPr id="0" name=""/>
        <dsp:cNvSpPr/>
      </dsp:nvSpPr>
      <dsp:spPr>
        <a:xfrm>
          <a:off x="0" y="2522935"/>
          <a:ext cx="12184970" cy="0"/>
        </a:xfrm>
        <a:prstGeom prst="line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2B2F9-CF8C-48CB-99AD-96CDCFFFB5B5}">
      <dsp:nvSpPr>
        <dsp:cNvPr id="0" name=""/>
        <dsp:cNvSpPr/>
      </dsp:nvSpPr>
      <dsp:spPr>
        <a:xfrm>
          <a:off x="293855" y="1564220"/>
          <a:ext cx="4288062" cy="605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>
              <a:latin typeface="Segoe UI"/>
              <a:cs typeface="Segoe UI"/>
            </a:rPr>
            <a:t>PHASE 1: Requirement Analysis</a:t>
          </a:r>
        </a:p>
      </dsp:txBody>
      <dsp:txXfrm>
        <a:off x="293855" y="1564220"/>
        <a:ext cx="4288062" cy="605504"/>
      </dsp:txXfrm>
    </dsp:sp>
    <dsp:sp modelId="{DE4E6E6B-9A2A-4EF2-B14B-E918CA634251}">
      <dsp:nvSpPr>
        <dsp:cNvPr id="0" name=""/>
        <dsp:cNvSpPr/>
      </dsp:nvSpPr>
      <dsp:spPr>
        <a:xfrm>
          <a:off x="293855" y="306000"/>
          <a:ext cx="4288062" cy="12582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egoe UI"/>
              <a:cs typeface="Segoe UI"/>
            </a:rPr>
            <a:t>Identify ward-level issues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Define system features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Collect sample complaint data</a:t>
          </a:r>
        </a:p>
      </dsp:txBody>
      <dsp:txXfrm>
        <a:off x="293855" y="306000"/>
        <a:ext cx="4288062" cy="1258219"/>
      </dsp:txXfrm>
    </dsp:sp>
    <dsp:sp modelId="{C264434C-AFEC-4898-95E2-E39629ED452B}">
      <dsp:nvSpPr>
        <dsp:cNvPr id="0" name=""/>
        <dsp:cNvSpPr/>
      </dsp:nvSpPr>
      <dsp:spPr>
        <a:xfrm>
          <a:off x="2437886" y="2169724"/>
          <a:ext cx="0" cy="35321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607B1-D7C5-489B-8EF9-A57340003E47}">
      <dsp:nvSpPr>
        <dsp:cNvPr id="0" name=""/>
        <dsp:cNvSpPr/>
      </dsp:nvSpPr>
      <dsp:spPr>
        <a:xfrm>
          <a:off x="2730254" y="2876146"/>
          <a:ext cx="4288062" cy="605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 dirty="0">
              <a:latin typeface="Segoe UI"/>
              <a:cs typeface="Segoe UI"/>
            </a:rPr>
            <a:t>PHASE 2: System Development</a:t>
          </a:r>
        </a:p>
      </dsp:txBody>
      <dsp:txXfrm>
        <a:off x="2730254" y="2876146"/>
        <a:ext cx="4288062" cy="605504"/>
      </dsp:txXfrm>
    </dsp:sp>
    <dsp:sp modelId="{4423C851-A196-40AB-97A0-66D78DCB58E4}">
      <dsp:nvSpPr>
        <dsp:cNvPr id="0" name=""/>
        <dsp:cNvSpPr/>
      </dsp:nvSpPr>
      <dsp:spPr>
        <a:xfrm>
          <a:off x="2730254" y="3481650"/>
          <a:ext cx="4288062" cy="12582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Frontend and backend deployment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API integration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Database setup</a:t>
          </a:r>
        </a:p>
      </dsp:txBody>
      <dsp:txXfrm>
        <a:off x="2730254" y="3481650"/>
        <a:ext cx="4288062" cy="1258219"/>
      </dsp:txXfrm>
    </dsp:sp>
    <dsp:sp modelId="{775E0A8D-4B22-4EC7-BC99-9055924C5283}">
      <dsp:nvSpPr>
        <dsp:cNvPr id="0" name=""/>
        <dsp:cNvSpPr/>
      </dsp:nvSpPr>
      <dsp:spPr>
        <a:xfrm>
          <a:off x="4874285" y="2522935"/>
          <a:ext cx="0" cy="35321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87DDD9-FB1B-4887-ACFE-E8FE16D707C6}">
      <dsp:nvSpPr>
        <dsp:cNvPr id="0" name=""/>
        <dsp:cNvSpPr/>
      </dsp:nvSpPr>
      <dsp:spPr>
        <a:xfrm rot="2700000">
          <a:off x="2398638" y="2483687"/>
          <a:ext cx="78495" cy="784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9829F-9222-47E9-A157-38B749DEA8FA}">
      <dsp:nvSpPr>
        <dsp:cNvPr id="0" name=""/>
        <dsp:cNvSpPr/>
      </dsp:nvSpPr>
      <dsp:spPr>
        <a:xfrm rot="2700000">
          <a:off x="4835038" y="2483687"/>
          <a:ext cx="78495" cy="784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1C47C-9EF7-4CA9-8F7A-169C1DEE6939}">
      <dsp:nvSpPr>
        <dsp:cNvPr id="0" name=""/>
        <dsp:cNvSpPr/>
      </dsp:nvSpPr>
      <dsp:spPr>
        <a:xfrm>
          <a:off x="5166653" y="1564220"/>
          <a:ext cx="4288062" cy="605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 dirty="0">
              <a:latin typeface="Segoe UI"/>
              <a:cs typeface="Segoe UI"/>
            </a:rPr>
            <a:t>PHASE 3: AI Model Integration</a:t>
          </a:r>
        </a:p>
      </dsp:txBody>
      <dsp:txXfrm>
        <a:off x="5166653" y="1564220"/>
        <a:ext cx="4288062" cy="605504"/>
      </dsp:txXfrm>
    </dsp:sp>
    <dsp:sp modelId="{D030A95A-33E2-4AD8-8455-998144E5B3CB}">
      <dsp:nvSpPr>
        <dsp:cNvPr id="0" name=""/>
        <dsp:cNvSpPr/>
      </dsp:nvSpPr>
      <dsp:spPr>
        <a:xfrm>
          <a:off x="5166653" y="306000"/>
          <a:ext cx="4288062" cy="12582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egoe UI"/>
              <a:cs typeface="Segoe UI"/>
            </a:rPr>
            <a:t>NLP Integration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egoe UI"/>
              <a:cs typeface="Segoe UI"/>
            </a:rPr>
            <a:t>Sentiment Analysis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Segoe UI"/>
              <a:cs typeface="Segoe UI"/>
            </a:rPr>
            <a:t>Issue Classification and clustering</a:t>
          </a:r>
        </a:p>
      </dsp:txBody>
      <dsp:txXfrm>
        <a:off x="5166653" y="306000"/>
        <a:ext cx="4288062" cy="1258219"/>
      </dsp:txXfrm>
    </dsp:sp>
    <dsp:sp modelId="{22AB4227-2EE4-4C59-B869-1B7D4B5D8BD0}">
      <dsp:nvSpPr>
        <dsp:cNvPr id="0" name=""/>
        <dsp:cNvSpPr/>
      </dsp:nvSpPr>
      <dsp:spPr>
        <a:xfrm>
          <a:off x="7310685" y="2169724"/>
          <a:ext cx="0" cy="35321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818AF2-BED8-47FF-A9E4-F15D697A9906}">
      <dsp:nvSpPr>
        <dsp:cNvPr id="0" name=""/>
        <dsp:cNvSpPr/>
      </dsp:nvSpPr>
      <dsp:spPr>
        <a:xfrm>
          <a:off x="7603053" y="2876146"/>
          <a:ext cx="4288062" cy="605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 dirty="0">
              <a:latin typeface="Segoe UI"/>
              <a:cs typeface="Segoe UI"/>
            </a:rPr>
            <a:t>PHASE 4: Deployment and Testing</a:t>
          </a:r>
        </a:p>
      </dsp:txBody>
      <dsp:txXfrm>
        <a:off x="7603053" y="2876146"/>
        <a:ext cx="4288062" cy="605504"/>
      </dsp:txXfrm>
    </dsp:sp>
    <dsp:sp modelId="{8288DA70-957A-4C96-8011-A4F5AC6E1EB4}">
      <dsp:nvSpPr>
        <dsp:cNvPr id="0" name=""/>
        <dsp:cNvSpPr/>
      </dsp:nvSpPr>
      <dsp:spPr>
        <a:xfrm>
          <a:off x="7603053" y="3481650"/>
          <a:ext cx="4288062" cy="156324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Cloud deployment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Pilot testing in one ward </a:t>
          </a:r>
        </a:p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kern="1200" dirty="0">
              <a:latin typeface="Segoe UI"/>
              <a:cs typeface="Segoe UI"/>
            </a:rPr>
            <a:t>Performance monitoring and optimization</a:t>
          </a:r>
        </a:p>
      </dsp:txBody>
      <dsp:txXfrm>
        <a:off x="7603053" y="3481650"/>
        <a:ext cx="4288062" cy="1563242"/>
      </dsp:txXfrm>
    </dsp:sp>
    <dsp:sp modelId="{8509F957-A202-4437-8369-39B93C50BAE1}">
      <dsp:nvSpPr>
        <dsp:cNvPr id="0" name=""/>
        <dsp:cNvSpPr/>
      </dsp:nvSpPr>
      <dsp:spPr>
        <a:xfrm>
          <a:off x="9747084" y="2522935"/>
          <a:ext cx="0" cy="35321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8B868-C603-4ADC-A083-01074A4E4E8D}">
      <dsp:nvSpPr>
        <dsp:cNvPr id="0" name=""/>
        <dsp:cNvSpPr/>
      </dsp:nvSpPr>
      <dsp:spPr>
        <a:xfrm rot="2700000">
          <a:off x="7271437" y="2483687"/>
          <a:ext cx="78495" cy="784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08496-A346-46D0-A716-A8A41B41F4E5}">
      <dsp:nvSpPr>
        <dsp:cNvPr id="0" name=""/>
        <dsp:cNvSpPr/>
      </dsp:nvSpPr>
      <dsp:spPr>
        <a:xfrm rot="2700000">
          <a:off x="9707836" y="2483687"/>
          <a:ext cx="78495" cy="784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9021B-82D6-4433-83B6-E445966604D8}">
      <dsp:nvSpPr>
        <dsp:cNvPr id="0" name=""/>
        <dsp:cNvSpPr/>
      </dsp:nvSpPr>
      <dsp:spPr>
        <a:xfrm>
          <a:off x="1488" y="713288"/>
          <a:ext cx="2902673" cy="2902673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9744" tIns="21590" rIns="159744" bIns="21590" numCol="1" spcCol="1270" anchor="ctr" anchorCtr="1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>
              <a:latin typeface="Segoe UI"/>
              <a:cs typeface="Segoe UI"/>
            </a:rPr>
            <a:t>Mobile Application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Android and iOS support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Push notifications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GPS-based complaint tagging</a:t>
          </a:r>
        </a:p>
      </dsp:txBody>
      <dsp:txXfrm>
        <a:off x="426575" y="1138375"/>
        <a:ext cx="2052499" cy="2052499"/>
      </dsp:txXfrm>
    </dsp:sp>
    <dsp:sp modelId="{3BB10728-C273-4351-867B-719AFDE32E37}">
      <dsp:nvSpPr>
        <dsp:cNvPr id="0" name=""/>
        <dsp:cNvSpPr/>
      </dsp:nvSpPr>
      <dsp:spPr>
        <a:xfrm>
          <a:off x="2323627" y="713288"/>
          <a:ext cx="2902673" cy="2902673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9744" tIns="21590" rIns="159744" bIns="21590" numCol="1" spcCol="1270" anchor="ctr" anchorCtr="1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>
              <a:latin typeface="Segoe UI"/>
              <a:cs typeface="Segoe UI"/>
            </a:rPr>
            <a:t>Multilingual Support 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Regional language integration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Voice-based complaint submission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Accessibility improvements</a:t>
          </a:r>
        </a:p>
      </dsp:txBody>
      <dsp:txXfrm>
        <a:off x="2748714" y="1138375"/>
        <a:ext cx="2052499" cy="2052499"/>
      </dsp:txXfrm>
    </dsp:sp>
    <dsp:sp modelId="{6AB659A5-58F4-4AD0-8CBC-D0ADF47C2918}">
      <dsp:nvSpPr>
        <dsp:cNvPr id="0" name=""/>
        <dsp:cNvSpPr/>
      </dsp:nvSpPr>
      <dsp:spPr>
        <a:xfrm>
          <a:off x="4645766" y="713288"/>
          <a:ext cx="2902673" cy="2902673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9744" tIns="21590" rIns="159744" bIns="21590" numCol="1" spcCol="1270" anchor="ctr" anchorCtr="1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>
              <a:latin typeface="Segoe UI"/>
              <a:cs typeface="Segoe UI"/>
            </a:rPr>
            <a:t>Predictive Governance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AI-based issue forecasting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Early warning system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Resource demand prediction</a:t>
          </a:r>
        </a:p>
      </dsp:txBody>
      <dsp:txXfrm>
        <a:off x="5070853" y="1138375"/>
        <a:ext cx="2052499" cy="2052499"/>
      </dsp:txXfrm>
    </dsp:sp>
    <dsp:sp modelId="{D10C859B-9624-4722-93F3-E8996D0B8D7D}">
      <dsp:nvSpPr>
        <dsp:cNvPr id="0" name=""/>
        <dsp:cNvSpPr/>
      </dsp:nvSpPr>
      <dsp:spPr>
        <a:xfrm>
          <a:off x="6967905" y="713288"/>
          <a:ext cx="2902673" cy="2902673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9744" tIns="21590" rIns="159744" bIns="21590" numCol="1" spcCol="1270" anchor="ctr" anchorCtr="1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>
              <a:latin typeface="Segoe UI"/>
              <a:cs typeface="Segoe UI"/>
            </a:rPr>
            <a:t>Smart City Integration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Integration with municipal systems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IoT-based monitoring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State-level dashboard expansion</a:t>
          </a:r>
        </a:p>
      </dsp:txBody>
      <dsp:txXfrm>
        <a:off x="7392992" y="1138375"/>
        <a:ext cx="2052499" cy="2052499"/>
      </dsp:txXfrm>
    </dsp:sp>
    <dsp:sp modelId="{B8AB498F-C574-4EE1-B85A-8447405BF18C}">
      <dsp:nvSpPr>
        <dsp:cNvPr id="0" name=""/>
        <dsp:cNvSpPr/>
      </dsp:nvSpPr>
      <dsp:spPr>
        <a:xfrm>
          <a:off x="9290044" y="713288"/>
          <a:ext cx="2902673" cy="2902673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9744" tIns="21590" rIns="159744" bIns="21590" numCol="1" spcCol="1270" anchor="ctr" anchorCtr="1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 err="1">
              <a:latin typeface="Segoe UI"/>
              <a:cs typeface="Segoe UI"/>
            </a:rPr>
            <a:t>Whatsapp</a:t>
          </a:r>
          <a:r>
            <a:rPr lang="en-GB" sz="1700" b="1" kern="1200" dirty="0">
              <a:latin typeface="Segoe UI"/>
              <a:cs typeface="Segoe UI"/>
            </a:rPr>
            <a:t> / Chatbot Integration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Complaint submission via chatbot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Automated status updates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>
              <a:latin typeface="Segoe UI"/>
              <a:cs typeface="Segoe UI"/>
            </a:rPr>
            <a:t>Wider citizen reach</a:t>
          </a:r>
        </a:p>
      </dsp:txBody>
      <dsp:txXfrm>
        <a:off x="9715131" y="1138375"/>
        <a:ext cx="2052499" cy="2052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0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9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82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5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84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8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0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5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8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867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18" Type="http://schemas.openxmlformats.org/officeDocument/2006/relationships/image" Target="../media/image1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1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2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24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b="1">
                <a:solidFill>
                  <a:srgbClr val="FFFFFF"/>
                </a:solidFill>
                <a:latin typeface="Segoe UI"/>
                <a:cs typeface="Segoe UI"/>
              </a:rPr>
              <a:t>WARDVOICE AI- Smart Civic Intelligence Platform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b="1" dirty="0">
                <a:latin typeface="Segoe UI"/>
                <a:cs typeface="Segoe UI"/>
              </a:rPr>
              <a:t>Domain</a:t>
            </a:r>
            <a:r>
              <a:rPr lang="en-GB" dirty="0">
                <a:latin typeface="Segoe UI"/>
                <a:cs typeface="Segoe UI"/>
              </a:rPr>
              <a:t> : Digital Democracy                                      </a:t>
            </a:r>
          </a:p>
          <a:p>
            <a:pPr algn="l"/>
            <a:r>
              <a:rPr lang="en-GB" b="1" dirty="0">
                <a:latin typeface="Segoe UI"/>
                <a:cs typeface="Segoe UI"/>
              </a:rPr>
              <a:t>Team Name </a:t>
            </a:r>
            <a:r>
              <a:rPr lang="en-GB" dirty="0">
                <a:latin typeface="Segoe UI"/>
                <a:cs typeface="Segoe UI"/>
              </a:rPr>
              <a:t>: Innova-Gen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7E52-870B-DB65-630F-638D7419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90"/>
            <a:ext cx="10515600" cy="1170954"/>
          </a:xfrm>
        </p:spPr>
        <p:txBody>
          <a:bodyPr>
            <a:normAutofit/>
          </a:bodyPr>
          <a:lstStyle/>
          <a:p>
            <a:pPr algn="just"/>
            <a:r>
              <a:rPr lang="en-GB" sz="4600" b="1" dirty="0">
                <a:latin typeface="Segoe UI"/>
                <a:cs typeface="Segoe UI"/>
              </a:rPr>
              <a:t>              Problem Statement</a:t>
            </a: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49F3-DC89-4133-3897-17B23454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70" y="1549540"/>
            <a:ext cx="11608904" cy="48924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Segoe UI"/>
                <a:cs typeface="Segoe UI"/>
              </a:rPr>
              <a:t>Problem: </a:t>
            </a:r>
          </a:p>
          <a:p>
            <a:pPr marL="0" indent="0">
              <a:buNone/>
            </a:pPr>
            <a:r>
              <a:rPr lang="en-GB" sz="2200" dirty="0">
                <a:latin typeface="Segoe UI"/>
                <a:cs typeface="Segoe UI"/>
              </a:rPr>
              <a:t> Lack of street-Level Governance Intelligence.</a:t>
            </a:r>
          </a:p>
          <a:p>
            <a:pPr marL="0" indent="0">
              <a:buNone/>
            </a:pPr>
            <a:endParaRPr lang="en-GB" sz="2200" dirty="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GB" b="1" dirty="0">
                <a:latin typeface="Segoe UI"/>
                <a:cs typeface="Segoe UI"/>
              </a:rPr>
              <a:t>Statement Explanation: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GB" sz="2300" dirty="0">
                <a:latin typeface="Segoe UI"/>
                <a:ea typeface="+mn-lt"/>
                <a:cs typeface="Segoe UI"/>
              </a:rPr>
              <a:t>Citizen complaints are recorded, but systems fail to </a:t>
            </a:r>
            <a:r>
              <a:rPr lang="en-GB" sz="2300" err="1">
                <a:latin typeface="Segoe UI"/>
                <a:ea typeface="+mn-lt"/>
                <a:cs typeface="Segoe UI"/>
              </a:rPr>
              <a:t>analyze</a:t>
            </a:r>
            <a:r>
              <a:rPr lang="en-GB" sz="2300" dirty="0">
                <a:latin typeface="Segoe UI"/>
                <a:ea typeface="+mn-lt"/>
                <a:cs typeface="Segoe UI"/>
              </a:rPr>
              <a:t> patterns and trends.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GB" sz="2300" dirty="0">
                <a:latin typeface="Segoe UI"/>
                <a:ea typeface="+mn-lt"/>
                <a:cs typeface="Segoe UI"/>
              </a:rPr>
              <a:t>Street-level issues often remain unnoticed until they escalate into serious problems.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GB" sz="2300" dirty="0">
                <a:latin typeface="Segoe UI"/>
                <a:ea typeface="+mn-lt"/>
                <a:cs typeface="Segoe UI"/>
              </a:rPr>
              <a:t>There is no automated mechanism to identify recurring or high-priority concerns.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GB" sz="2300" dirty="0">
                <a:latin typeface="Segoe UI"/>
                <a:ea typeface="+mn-lt"/>
                <a:cs typeface="Segoe UI"/>
              </a:rPr>
              <a:t>Officials lack a real-time dashboard to monitor critical areas requiring immediate intervention.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en-GB" sz="2300" dirty="0">
                <a:latin typeface="Segoe UI"/>
                <a:ea typeface="+mn-lt"/>
                <a:cs typeface="Segoe UI"/>
              </a:rPr>
              <a:t>Delayed responses reduce transparency and erode citizen trust in governance systems.</a:t>
            </a:r>
          </a:p>
          <a:p>
            <a:pPr marL="1200150" lvl="1" indent="-285750">
              <a:buFont typeface="Wingdings" panose="020B0604020202020204" pitchFamily="34" charset="0"/>
              <a:buChar char="Ø"/>
            </a:pPr>
            <a:endParaRPr lang="en-GB" sz="1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1705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F6F5-AF66-3A27-EFF7-5DD7A890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30" y="155299"/>
            <a:ext cx="10515600" cy="1005303"/>
          </a:xfrm>
        </p:spPr>
        <p:txBody>
          <a:bodyPr/>
          <a:lstStyle/>
          <a:p>
            <a:pPr algn="just"/>
            <a:r>
              <a:rPr lang="en-GB" b="1" dirty="0">
                <a:latin typeface="Segoe UI"/>
                <a:cs typeface="Segoe UI"/>
              </a:rPr>
              <a:t>                   Our Solution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A624-E273-F384-9CE2-8FF056EB2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809" y="1693104"/>
            <a:ext cx="11785599" cy="49918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Segoe UI"/>
                <a:ea typeface="+mn-lt"/>
                <a:cs typeface="Segoe UI"/>
              </a:rPr>
              <a:t>Our Solution : </a:t>
            </a:r>
            <a:r>
              <a:rPr lang="en-GB" dirty="0" err="1">
                <a:latin typeface="Segoe UI"/>
                <a:ea typeface="+mn-lt"/>
                <a:cs typeface="Segoe UI"/>
              </a:rPr>
              <a:t>WardVoive</a:t>
            </a:r>
            <a:r>
              <a:rPr lang="en-GB" dirty="0">
                <a:latin typeface="Segoe UI"/>
                <a:ea typeface="+mn-lt"/>
                <a:cs typeface="Segoe UI"/>
              </a:rPr>
              <a:t> AI</a:t>
            </a:r>
            <a:endParaRPr lang="en-US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GB" sz="2200" dirty="0">
                <a:latin typeface="Segoe UI"/>
                <a:ea typeface="+mn-lt"/>
                <a:cs typeface="Segoe UI"/>
              </a:rPr>
              <a:t>      </a:t>
            </a:r>
            <a:r>
              <a:rPr lang="en-GB" sz="2200" dirty="0" err="1">
                <a:latin typeface="Segoe UI"/>
                <a:ea typeface="+mn-lt"/>
                <a:cs typeface="Segoe UI"/>
              </a:rPr>
              <a:t>WardVoice</a:t>
            </a:r>
            <a:r>
              <a:rPr lang="en-GB" sz="2200" dirty="0">
                <a:latin typeface="Segoe UI"/>
                <a:ea typeface="+mn-lt"/>
                <a:cs typeface="Segoe UI"/>
              </a:rPr>
              <a:t> AI is an AI-powered civic intelligence platform that transforms street-level complaints into real-time, actionable governance insights.</a:t>
            </a:r>
            <a:endParaRPr lang="en-GB" dirty="0">
              <a:latin typeface="Segoe UI"/>
              <a:cs typeface="Segoe UI"/>
            </a:endParaRPr>
          </a:p>
          <a:p>
            <a:pPr marL="0" indent="0">
              <a:buNone/>
            </a:pPr>
            <a:endParaRPr lang="en-GB" sz="2200" dirty="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GB" b="1" dirty="0">
                <a:latin typeface="Segoe UI"/>
                <a:cs typeface="Segoe UI"/>
              </a:rPr>
              <a:t>Key Capabilities : </a:t>
            </a:r>
          </a:p>
          <a:p>
            <a:pPr lvl="1">
              <a:buFont typeface="Wingdings"/>
              <a:buChar char="Ø"/>
            </a:pPr>
            <a:r>
              <a:rPr lang="en-GB" sz="2300" dirty="0">
                <a:ea typeface="+mn-lt"/>
                <a:cs typeface="+mn-lt"/>
              </a:rPr>
              <a:t>Enables citizens to report issues directly at the street level.</a:t>
            </a:r>
            <a:endParaRPr lang="en-GB" sz="2300"/>
          </a:p>
          <a:p>
            <a:pPr lvl="1">
              <a:buFont typeface="Wingdings"/>
              <a:buChar char="Ø"/>
            </a:pPr>
            <a:r>
              <a:rPr lang="en-GB" sz="2300" dirty="0">
                <a:ea typeface="+mn-lt"/>
                <a:cs typeface="+mn-lt"/>
              </a:rPr>
              <a:t>Uses AI to automatically detect issue categories and sentiment.</a:t>
            </a:r>
            <a:endParaRPr lang="en-GB" sz="2300"/>
          </a:p>
          <a:p>
            <a:pPr lvl="1">
              <a:buFont typeface="Wingdings"/>
              <a:buChar char="Ø"/>
            </a:pPr>
            <a:r>
              <a:rPr lang="en-GB" sz="2300" dirty="0">
                <a:ea typeface="+mn-lt"/>
                <a:cs typeface="+mn-lt"/>
              </a:rPr>
              <a:t>Clusters recurring complaints to identify emerging problem hotspots.</a:t>
            </a:r>
            <a:endParaRPr lang="en-GB" sz="2300"/>
          </a:p>
          <a:p>
            <a:pPr lvl="1">
              <a:buFont typeface="Wingdings"/>
              <a:buChar char="Ø"/>
            </a:pPr>
            <a:r>
              <a:rPr lang="en-GB" sz="2300" dirty="0">
                <a:ea typeface="+mn-lt"/>
                <a:cs typeface="+mn-lt"/>
              </a:rPr>
              <a:t>Generates priority alerts for high-risk or urgent areas.</a:t>
            </a:r>
            <a:endParaRPr lang="en-GB" sz="2300"/>
          </a:p>
          <a:p>
            <a:pPr lvl="1">
              <a:buFont typeface="Wingdings"/>
              <a:buChar char="Ø"/>
            </a:pPr>
            <a:r>
              <a:rPr lang="en-GB" sz="2300" dirty="0">
                <a:ea typeface="+mn-lt"/>
                <a:cs typeface="+mn-lt"/>
              </a:rPr>
              <a:t>Provides administrators with a real-time, interactive ward dashboard.</a:t>
            </a:r>
            <a:endParaRPr lang="en-GB" sz="2300"/>
          </a:p>
          <a:p>
            <a:pPr marL="0" indent="0">
              <a:buNone/>
            </a:pPr>
            <a:br>
              <a:rPr lang="en-GB" sz="2200" b="1" dirty="0">
                <a:latin typeface="Segoe UI"/>
                <a:cs typeface="Segoe UI"/>
              </a:rPr>
            </a:br>
            <a:endParaRPr lang="en-GB" sz="2200" b="1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0052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E0D0-8D91-0205-0DB7-FAE48965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672" y="-166837"/>
            <a:ext cx="11378241" cy="1325563"/>
          </a:xfrm>
        </p:spPr>
        <p:txBody>
          <a:bodyPr>
            <a:noAutofit/>
          </a:bodyPr>
          <a:lstStyle/>
          <a:p>
            <a:r>
              <a:rPr lang="en-GB" sz="4600" b="1" dirty="0">
                <a:latin typeface="Segoe UI"/>
                <a:cs typeface="Segoe UI"/>
              </a:rPr>
              <a:t>How It Works – System Workflow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C76F46DF-732E-553D-2202-0D5CF1DBC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020106"/>
              </p:ext>
            </p:extLst>
          </p:nvPr>
        </p:nvGraphicFramePr>
        <p:xfrm>
          <a:off x="279052" y="799342"/>
          <a:ext cx="11762509" cy="1843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14" name="Graphic 1513" descr="Users with solid fill">
            <a:extLst>
              <a:ext uri="{FF2B5EF4-FFF2-40B4-BE49-F238E27FC236}">
                <a16:creationId xmlns:a16="http://schemas.microsoft.com/office/drawing/2014/main" id="{F552E7F6-749B-9F91-D154-469F0E16C9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688" y="2001460"/>
            <a:ext cx="692728" cy="734292"/>
          </a:xfrm>
          <a:prstGeom prst="rect">
            <a:avLst/>
          </a:prstGeom>
        </p:spPr>
      </p:pic>
      <p:pic>
        <p:nvPicPr>
          <p:cNvPr id="1787" name="Graphic 1786" descr="Head with gears with solid fill">
            <a:extLst>
              <a:ext uri="{FF2B5EF4-FFF2-40B4-BE49-F238E27FC236}">
                <a16:creationId xmlns:a16="http://schemas.microsoft.com/office/drawing/2014/main" id="{11EAE098-D920-95B7-6F7E-B583AF3FE9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0319" y="2195944"/>
            <a:ext cx="526473" cy="554183"/>
          </a:xfrm>
          <a:prstGeom prst="rect">
            <a:avLst/>
          </a:prstGeom>
        </p:spPr>
      </p:pic>
      <p:pic>
        <p:nvPicPr>
          <p:cNvPr id="1788" name="Graphic 1787" descr="CheckList with solid fill">
            <a:extLst>
              <a:ext uri="{FF2B5EF4-FFF2-40B4-BE49-F238E27FC236}">
                <a16:creationId xmlns:a16="http://schemas.microsoft.com/office/drawing/2014/main" id="{C062B639-2CA4-91B2-3B51-F781919565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0961" y="2113342"/>
            <a:ext cx="484909" cy="568036"/>
          </a:xfrm>
          <a:prstGeom prst="rect">
            <a:avLst/>
          </a:prstGeom>
        </p:spPr>
      </p:pic>
      <p:pic>
        <p:nvPicPr>
          <p:cNvPr id="1789" name="Graphic 1788" descr="Monitor with solid fill">
            <a:extLst>
              <a:ext uri="{FF2B5EF4-FFF2-40B4-BE49-F238E27FC236}">
                <a16:creationId xmlns:a16="http://schemas.microsoft.com/office/drawing/2014/main" id="{13C504E3-34D6-D3A0-4520-F0018D5F49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5344" y="2089438"/>
            <a:ext cx="581892" cy="609600"/>
          </a:xfrm>
          <a:prstGeom prst="rect">
            <a:avLst/>
          </a:prstGeom>
        </p:spPr>
      </p:pic>
      <p:pic>
        <p:nvPicPr>
          <p:cNvPr id="1790" name="Graphic 1789" descr="Warning with solid fill">
            <a:extLst>
              <a:ext uri="{FF2B5EF4-FFF2-40B4-BE49-F238E27FC236}">
                <a16:creationId xmlns:a16="http://schemas.microsoft.com/office/drawing/2014/main" id="{28FCE686-3207-C787-3A79-2174C3E0697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74502" y="2066059"/>
            <a:ext cx="498764" cy="623455"/>
          </a:xfrm>
          <a:prstGeom prst="rect">
            <a:avLst/>
          </a:prstGeom>
        </p:spPr>
      </p:pic>
      <p:pic>
        <p:nvPicPr>
          <p:cNvPr id="1791" name="Graphic 1790" descr="Marker with solid fill">
            <a:extLst>
              <a:ext uri="{FF2B5EF4-FFF2-40B4-BE49-F238E27FC236}">
                <a16:creationId xmlns:a16="http://schemas.microsoft.com/office/drawing/2014/main" id="{26C0C359-8BDB-3A2D-AB57-D18BABDEA4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43663" y="2056013"/>
            <a:ext cx="609601" cy="637310"/>
          </a:xfrm>
          <a:prstGeom prst="rect">
            <a:avLst/>
          </a:prstGeom>
        </p:spPr>
      </p:pic>
      <p:sp>
        <p:nvSpPr>
          <p:cNvPr id="1864" name="TextBox 1863">
            <a:extLst>
              <a:ext uri="{FF2B5EF4-FFF2-40B4-BE49-F238E27FC236}">
                <a16:creationId xmlns:a16="http://schemas.microsoft.com/office/drawing/2014/main" id="{2280B594-6761-24A4-B98C-439E82E82509}"/>
              </a:ext>
            </a:extLst>
          </p:cNvPr>
          <p:cNvSpPr txBox="1"/>
          <p:nvPr/>
        </p:nvSpPr>
        <p:spPr>
          <a:xfrm>
            <a:off x="341090" y="2884889"/>
            <a:ext cx="1164614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GB" b="1" dirty="0">
                <a:latin typeface="Segoe UI"/>
                <a:ea typeface="+mn-lt"/>
                <a:cs typeface="Segoe UI"/>
              </a:rPr>
              <a:t>Complaint Submission</a:t>
            </a:r>
            <a:br>
              <a:rPr lang="en-GB" dirty="0">
                <a:latin typeface="Segoe UI"/>
                <a:ea typeface="+mn-lt"/>
                <a:cs typeface="Segoe UI"/>
              </a:rPr>
            </a:br>
            <a:r>
              <a:rPr lang="en-GB" dirty="0">
                <a:latin typeface="Segoe UI"/>
                <a:ea typeface="+mn-lt"/>
                <a:cs typeface="Segoe UI"/>
              </a:rPr>
              <a:t>   Citizens submit issues via mobile/web with location, description, and optional image proof.</a:t>
            </a:r>
            <a:endParaRPr lang="en-US">
              <a:latin typeface="Segoe UI"/>
              <a:cs typeface="Segoe UI"/>
            </a:endParaRPr>
          </a:p>
          <a:p>
            <a:pPr marL="285750" indent="-285750">
              <a:buFont typeface="Wingdings"/>
              <a:buChar char="Ø"/>
            </a:pPr>
            <a:r>
              <a:rPr lang="en-GB" b="1" dirty="0">
                <a:latin typeface="Segoe UI"/>
                <a:ea typeface="+mn-lt"/>
                <a:cs typeface="Segoe UI"/>
              </a:rPr>
              <a:t>AI Processing Layer</a:t>
            </a:r>
            <a:endParaRPr lang="en-GB">
              <a:latin typeface="Segoe UI"/>
              <a:cs typeface="Segoe UI"/>
            </a:endParaRPr>
          </a:p>
          <a:p>
            <a:r>
              <a:rPr lang="en-GB" dirty="0">
                <a:latin typeface="Segoe UI"/>
                <a:ea typeface="+mn-lt"/>
                <a:cs typeface="Segoe UI"/>
              </a:rPr>
              <a:t>    NLP model </a:t>
            </a:r>
            <a:r>
              <a:rPr lang="en-GB" dirty="0" err="1">
                <a:latin typeface="Segoe UI"/>
                <a:ea typeface="+mn-lt"/>
                <a:cs typeface="Segoe UI"/>
              </a:rPr>
              <a:t>analyzes</a:t>
            </a:r>
            <a:r>
              <a:rPr lang="en-GB" dirty="0">
                <a:latin typeface="Segoe UI"/>
                <a:ea typeface="+mn-lt"/>
                <a:cs typeface="Segoe UI"/>
              </a:rPr>
              <a:t> complaint text. Classifies issue category (water, roads, waste, lighting, etc.).Performs sentiment analysis to assess urgency</a:t>
            </a:r>
            <a:endParaRPr lang="en-GB">
              <a:latin typeface="Segoe UI"/>
              <a:cs typeface="Segoe UI"/>
            </a:endParaRPr>
          </a:p>
          <a:p>
            <a:pPr marL="285750" indent="-285750">
              <a:buFont typeface="Wingdings"/>
              <a:buChar char="Ø"/>
            </a:pPr>
            <a:r>
              <a:rPr lang="en-GB" b="1" dirty="0">
                <a:latin typeface="Segoe UI"/>
                <a:ea typeface="+mn-lt"/>
                <a:cs typeface="Segoe UI"/>
              </a:rPr>
              <a:t>Pattern &amp; Cluster Detection</a:t>
            </a:r>
            <a:endParaRPr lang="en-GB">
              <a:latin typeface="Segoe UI"/>
              <a:cs typeface="Segoe UI"/>
            </a:endParaRPr>
          </a:p>
          <a:p>
            <a:r>
              <a:rPr lang="en-GB" dirty="0">
                <a:latin typeface="Segoe UI"/>
                <a:ea typeface="+mn-lt"/>
                <a:cs typeface="Segoe UI"/>
              </a:rPr>
              <a:t>    Recurring complaints are grouped. Geographic clustering identifies hotspots. Trend analysis detects escalation risks</a:t>
            </a:r>
            <a:endParaRPr lang="en-GB">
              <a:latin typeface="Segoe UI"/>
              <a:cs typeface="Segoe UI"/>
            </a:endParaRPr>
          </a:p>
          <a:p>
            <a:pPr marL="285750" indent="-285750">
              <a:buFont typeface="Wingdings"/>
              <a:buChar char="Ø"/>
            </a:pPr>
            <a:r>
              <a:rPr lang="en-GB" b="1" dirty="0">
                <a:latin typeface="Segoe UI"/>
                <a:ea typeface="+mn-lt"/>
                <a:cs typeface="Segoe UI"/>
              </a:rPr>
              <a:t>Priority Scoring Engine</a:t>
            </a:r>
            <a:endParaRPr lang="en-GB">
              <a:latin typeface="Segoe UI"/>
              <a:cs typeface="Segoe UI"/>
            </a:endParaRPr>
          </a:p>
          <a:p>
            <a:r>
              <a:rPr lang="en-GB" dirty="0">
                <a:latin typeface="Segoe UI"/>
                <a:ea typeface="+mn-lt"/>
                <a:cs typeface="Segoe UI"/>
              </a:rPr>
              <a:t>    Severity + frequency + sentiment = Priority Score</a:t>
            </a:r>
            <a:endParaRPr lang="en-GB">
              <a:latin typeface="Segoe UI"/>
              <a:cs typeface="Segoe UI"/>
            </a:endParaRPr>
          </a:p>
          <a:p>
            <a:r>
              <a:rPr lang="en-GB" dirty="0">
                <a:latin typeface="Segoe UI"/>
                <a:ea typeface="+mn-lt"/>
                <a:cs typeface="Segoe UI"/>
              </a:rPr>
              <a:t>    High-priority areas are automatically flagged</a:t>
            </a:r>
            <a:endParaRPr lang="en-GB">
              <a:latin typeface="Segoe UI"/>
              <a:cs typeface="Segoe UI"/>
            </a:endParaRPr>
          </a:p>
          <a:p>
            <a:pPr marL="285750" indent="-285750">
              <a:buFont typeface="Wingdings"/>
              <a:buChar char="Ø"/>
            </a:pPr>
            <a:r>
              <a:rPr lang="en-GB" b="1" dirty="0">
                <a:latin typeface="Segoe UI"/>
                <a:ea typeface="+mn-lt"/>
                <a:cs typeface="Segoe UI"/>
              </a:rPr>
              <a:t>Real-Time Governance Dashboard</a:t>
            </a:r>
            <a:endParaRPr lang="en-GB">
              <a:latin typeface="Segoe UI"/>
              <a:cs typeface="Segoe UI"/>
            </a:endParaRPr>
          </a:p>
          <a:p>
            <a:r>
              <a:rPr lang="en-GB" dirty="0">
                <a:latin typeface="Segoe UI"/>
                <a:ea typeface="+mn-lt"/>
                <a:cs typeface="Segoe UI"/>
              </a:rPr>
              <a:t>    Ward-level </a:t>
            </a:r>
            <a:r>
              <a:rPr lang="en-GB" err="1">
                <a:latin typeface="Segoe UI"/>
                <a:ea typeface="+mn-lt"/>
                <a:cs typeface="Segoe UI"/>
              </a:rPr>
              <a:t>heatmaps,Live</a:t>
            </a:r>
            <a:r>
              <a:rPr lang="en-GB" dirty="0">
                <a:latin typeface="Segoe UI"/>
                <a:ea typeface="+mn-lt"/>
                <a:cs typeface="Segoe UI"/>
              </a:rPr>
              <a:t> complaint </a:t>
            </a:r>
            <a:r>
              <a:rPr lang="en-GB" err="1">
                <a:latin typeface="Segoe UI"/>
                <a:ea typeface="+mn-lt"/>
                <a:cs typeface="Segoe UI"/>
              </a:rPr>
              <a:t>tracking,Action</a:t>
            </a:r>
            <a:r>
              <a:rPr lang="en-GB" dirty="0">
                <a:latin typeface="Segoe UI"/>
                <a:ea typeface="+mn-lt"/>
                <a:cs typeface="Segoe UI"/>
              </a:rPr>
              <a:t> status monitoring</a:t>
            </a:r>
            <a:endParaRPr lang="en-GB">
              <a:latin typeface="Segoe UI"/>
              <a:cs typeface="Segoe UI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002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001A-D105-B76D-DFC6-A15A75C3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894243"/>
          </a:xfrm>
        </p:spPr>
        <p:txBody>
          <a:bodyPr/>
          <a:lstStyle/>
          <a:p>
            <a:r>
              <a:rPr lang="en-GB" b="1" dirty="0">
                <a:latin typeface="Segoe UI"/>
                <a:cs typeface="Segoe UI"/>
              </a:rPr>
              <a:t>                    Technology Stack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FC3CE2-9B8C-2F2F-7460-4CFF927A275C}"/>
              </a:ext>
            </a:extLst>
          </p:cNvPr>
          <p:cNvSpPr/>
          <p:nvPr/>
        </p:nvSpPr>
        <p:spPr>
          <a:xfrm>
            <a:off x="834384" y="2977600"/>
            <a:ext cx="2626592" cy="1875003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err="1">
                <a:solidFill>
                  <a:schemeClr val="tx1"/>
                </a:solidFill>
                <a:latin typeface="Segoe UI"/>
                <a:cs typeface="Segoe UI"/>
              </a:rPr>
              <a:t>WardVoice</a:t>
            </a:r>
            <a:r>
              <a:rPr lang="en-GB" sz="2800" dirty="0">
                <a:solidFill>
                  <a:schemeClr val="tx1"/>
                </a:solidFill>
                <a:latin typeface="Segoe UI"/>
                <a:cs typeface="Segoe UI"/>
              </a:rPr>
              <a:t> AI</a:t>
            </a:r>
            <a:endParaRPr lang="en-US" sz="280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702967-F5FC-F43A-9983-59BF1BC1B11A}"/>
              </a:ext>
            </a:extLst>
          </p:cNvPr>
          <p:cNvSpPr/>
          <p:nvPr/>
        </p:nvSpPr>
        <p:spPr>
          <a:xfrm>
            <a:off x="3824377" y="910730"/>
            <a:ext cx="3410902" cy="160629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b="1" dirty="0">
                <a:solidFill>
                  <a:schemeClr val="tx1"/>
                </a:solidFill>
                <a:latin typeface="Segoe UI"/>
                <a:cs typeface="Segoe UI"/>
              </a:rPr>
              <a:t>FRONTEND:</a:t>
            </a:r>
            <a:endParaRPr lang="en-US" b="1">
              <a:solidFill>
                <a:schemeClr val="tx1"/>
              </a:solidFill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React.js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Responsive UI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Dashboard Interface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0C8687-542C-80ED-0F9B-2AB548029782}"/>
              </a:ext>
            </a:extLst>
          </p:cNvPr>
          <p:cNvSpPr/>
          <p:nvPr/>
        </p:nvSpPr>
        <p:spPr>
          <a:xfrm>
            <a:off x="7591244" y="1715862"/>
            <a:ext cx="3410902" cy="160629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b="1" dirty="0">
                <a:solidFill>
                  <a:schemeClr val="tx1"/>
                </a:solidFill>
                <a:latin typeface="Segoe UI"/>
                <a:cs typeface="Segoe UI"/>
              </a:rPr>
              <a:t>BACKEND:</a:t>
            </a:r>
            <a:endParaRPr lang="en-US" b="1">
              <a:solidFill>
                <a:schemeClr val="tx1"/>
              </a:solidFill>
              <a:latin typeface="Segoe UI"/>
              <a:cs typeface="Segoe UI"/>
            </a:endParaRPr>
          </a:p>
          <a:p>
            <a:pPr marL="342900" indent="-34290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Python (Flask/</a:t>
            </a:r>
            <a:r>
              <a:rPr lang="en-GB" err="1">
                <a:solidFill>
                  <a:schemeClr val="tx1"/>
                </a:solidFill>
                <a:latin typeface="Segoe UI"/>
                <a:cs typeface="Segoe UI"/>
              </a:rPr>
              <a:t>FastAPI</a:t>
            </a: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REST APIs</a:t>
            </a:r>
          </a:p>
          <a:p>
            <a:pPr marL="342900" indent="-34290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Authentication</a:t>
            </a:r>
            <a:endParaRPr lang="en-GB" dirty="0" err="1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D30BD8-01DD-01D1-1B47-C92AFC446D68}"/>
              </a:ext>
            </a:extLst>
          </p:cNvPr>
          <p:cNvSpPr/>
          <p:nvPr/>
        </p:nvSpPr>
        <p:spPr>
          <a:xfrm>
            <a:off x="7950679" y="3915598"/>
            <a:ext cx="3410902" cy="160629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b="1" dirty="0">
                <a:solidFill>
                  <a:schemeClr val="tx1"/>
                </a:solidFill>
                <a:latin typeface="Segoe UI"/>
                <a:cs typeface="Segoe UI"/>
              </a:rPr>
              <a:t>AI ENGINE:</a:t>
            </a:r>
            <a:endParaRPr lang="en-US" b="1">
              <a:solidFill>
                <a:schemeClr val="tx1"/>
              </a:solidFill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NLP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Sentiment Analysis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Issue Classification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Clustering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5571E4-94C2-2B11-E03B-BE764924BA52}"/>
              </a:ext>
            </a:extLst>
          </p:cNvPr>
          <p:cNvSpPr/>
          <p:nvPr/>
        </p:nvSpPr>
        <p:spPr>
          <a:xfrm>
            <a:off x="3464942" y="5022654"/>
            <a:ext cx="3410902" cy="160629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b="1" dirty="0">
                <a:solidFill>
                  <a:schemeClr val="tx1"/>
                </a:solidFill>
                <a:latin typeface="Segoe UI"/>
                <a:cs typeface="Segoe UI"/>
              </a:rPr>
              <a:t>DATABASE:</a:t>
            </a:r>
            <a:endParaRPr lang="en-US" b="1">
              <a:solidFill>
                <a:schemeClr val="tx1"/>
              </a:solidFill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PostgreSQL/MongoDB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Cloud Hosting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Segoe UI"/>
                <a:cs typeface="Segoe UI"/>
              </a:rPr>
              <a:t>Scalable Deployment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E6AD1B8E-A0D6-925A-D811-C3DBB1150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0197" y="1979762"/>
            <a:ext cx="1302588" cy="1331343"/>
          </a:xfrm>
          <a:prstGeom prst="rect">
            <a:avLst/>
          </a:prstGeom>
        </p:spPr>
      </p:pic>
      <p:pic>
        <p:nvPicPr>
          <p:cNvPr id="15" name="Graphic 14" descr="Robot with solid fill">
            <a:extLst>
              <a:ext uri="{FF2B5EF4-FFF2-40B4-BE49-F238E27FC236}">
                <a16:creationId xmlns:a16="http://schemas.microsoft.com/office/drawing/2014/main" id="{17C4AA4B-E00E-B4D6-1863-9553B25EF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0197" y="3906328"/>
            <a:ext cx="1633267" cy="1618890"/>
          </a:xfrm>
          <a:prstGeom prst="rect">
            <a:avLst/>
          </a:prstGeom>
        </p:spPr>
      </p:pic>
      <p:pic>
        <p:nvPicPr>
          <p:cNvPr id="21" name="Graphic 20" descr="Presentation with bar chart with solid fill">
            <a:extLst>
              <a:ext uri="{FF2B5EF4-FFF2-40B4-BE49-F238E27FC236}">
                <a16:creationId xmlns:a16="http://schemas.microsoft.com/office/drawing/2014/main" id="{09532CDE-DB6B-F4B3-0844-BCBE340793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8875" y="915837"/>
            <a:ext cx="1532626" cy="1604513"/>
          </a:xfrm>
          <a:prstGeom prst="rect">
            <a:avLst/>
          </a:prstGeom>
        </p:spPr>
      </p:pic>
      <p:pic>
        <p:nvPicPr>
          <p:cNvPr id="24" name="Graphic 23" descr="Cloud Computing with solid fill">
            <a:extLst>
              <a:ext uri="{FF2B5EF4-FFF2-40B4-BE49-F238E27FC236}">
                <a16:creationId xmlns:a16="http://schemas.microsoft.com/office/drawing/2014/main" id="{8F5B4145-ED4E-A76C-9411-0EC26AC75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8876" y="5042139"/>
            <a:ext cx="1532626" cy="157575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4962EE-AD29-DEC0-F6B5-1BCE352E94D0}"/>
              </a:ext>
            </a:extLst>
          </p:cNvPr>
          <p:cNvCxnSpPr/>
          <p:nvPr/>
        </p:nvCxnSpPr>
        <p:spPr>
          <a:xfrm flipV="1">
            <a:off x="2635004" y="2100785"/>
            <a:ext cx="1155623" cy="95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749C50-0E08-AE81-EF59-A0DAD9677A63}"/>
              </a:ext>
            </a:extLst>
          </p:cNvPr>
          <p:cNvCxnSpPr>
            <a:cxnSpLocks/>
          </p:cNvCxnSpPr>
          <p:nvPr/>
        </p:nvCxnSpPr>
        <p:spPr>
          <a:xfrm>
            <a:off x="3306596" y="4321032"/>
            <a:ext cx="4655657" cy="1561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C0D433-BB53-6556-7F41-B43DDB08B67D}"/>
              </a:ext>
            </a:extLst>
          </p:cNvPr>
          <p:cNvCxnSpPr>
            <a:cxnSpLocks/>
          </p:cNvCxnSpPr>
          <p:nvPr/>
        </p:nvCxnSpPr>
        <p:spPr>
          <a:xfrm flipV="1">
            <a:off x="3319513" y="2733631"/>
            <a:ext cx="4255282" cy="799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EFB915-07C1-D24D-87B5-089AE1B3D03F}"/>
              </a:ext>
            </a:extLst>
          </p:cNvPr>
          <p:cNvCxnSpPr>
            <a:cxnSpLocks/>
          </p:cNvCxnSpPr>
          <p:nvPr/>
        </p:nvCxnSpPr>
        <p:spPr>
          <a:xfrm>
            <a:off x="2647919" y="4760152"/>
            <a:ext cx="793996" cy="892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23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B845-E065-2D7B-B9B1-442FF2ED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214" y="534432"/>
            <a:ext cx="10515600" cy="117457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Segoe UI"/>
                <a:cs typeface="Segoe UI"/>
              </a:rPr>
              <a:t>System Architecture</a:t>
            </a:r>
            <a:endParaRPr lang="en-US" b="1">
              <a:latin typeface="Segoe UI"/>
              <a:cs typeface="Segoe UI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A3643F-090B-9CCB-A202-4338D2F95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81351"/>
              </p:ext>
            </p:extLst>
          </p:nvPr>
        </p:nvGraphicFramePr>
        <p:xfrm>
          <a:off x="222168" y="1117917"/>
          <a:ext cx="11514426" cy="5370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16" name="Graphic 4015" descr="Cloud Computing with solid fill">
            <a:extLst>
              <a:ext uri="{FF2B5EF4-FFF2-40B4-BE49-F238E27FC236}">
                <a16:creationId xmlns:a16="http://schemas.microsoft.com/office/drawing/2014/main" id="{9445A307-C14B-7388-C837-3C59FAFC3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37376" y="4296223"/>
            <a:ext cx="914400" cy="914400"/>
          </a:xfrm>
          <a:prstGeom prst="rect">
            <a:avLst/>
          </a:prstGeom>
        </p:spPr>
      </p:pic>
      <p:pic>
        <p:nvPicPr>
          <p:cNvPr id="4017" name="Graphic 4016" descr="Robot with solid fill">
            <a:extLst>
              <a:ext uri="{FF2B5EF4-FFF2-40B4-BE49-F238E27FC236}">
                <a16:creationId xmlns:a16="http://schemas.microsoft.com/office/drawing/2014/main" id="{A909C7F0-CDFA-88C8-16BA-BEC164A7D3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4768" y="3839390"/>
            <a:ext cx="1108128" cy="1121044"/>
          </a:xfrm>
          <a:prstGeom prst="rect">
            <a:avLst/>
          </a:prstGeom>
        </p:spPr>
      </p:pic>
      <p:pic>
        <p:nvPicPr>
          <p:cNvPr id="4018" name="Graphic 4017" descr="Database with solid fill">
            <a:extLst>
              <a:ext uri="{FF2B5EF4-FFF2-40B4-BE49-F238E27FC236}">
                <a16:creationId xmlns:a16="http://schemas.microsoft.com/office/drawing/2014/main" id="{26CAC263-B178-54D8-C25C-A363E9D95A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4145" y="4292720"/>
            <a:ext cx="914400" cy="885646"/>
          </a:xfrm>
          <a:prstGeom prst="rect">
            <a:avLst/>
          </a:prstGeom>
        </p:spPr>
      </p:pic>
      <p:pic>
        <p:nvPicPr>
          <p:cNvPr id="4019" name="Graphic 4018" descr="Computer with solid fill">
            <a:extLst>
              <a:ext uri="{FF2B5EF4-FFF2-40B4-BE49-F238E27FC236}">
                <a16:creationId xmlns:a16="http://schemas.microsoft.com/office/drawing/2014/main" id="{571F136D-A2CB-6C37-6C7C-8036130B41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2714" y="41083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7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94D3-7BD4-732F-2AA5-0130C82E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Segoe UI"/>
                <a:cs typeface="Segoe UI"/>
              </a:rPr>
              <a:t>Impact and Benefits of </a:t>
            </a:r>
            <a:r>
              <a:rPr lang="en-GB" b="1" dirty="0" err="1">
                <a:latin typeface="Segoe UI"/>
                <a:cs typeface="Segoe UI"/>
              </a:rPr>
              <a:t>WardVoice</a:t>
            </a:r>
            <a:r>
              <a:rPr lang="en-GB" b="1" dirty="0">
                <a:latin typeface="Segoe UI"/>
                <a:cs typeface="Segoe UI"/>
              </a:rPr>
              <a:t> AI</a:t>
            </a:r>
            <a:endParaRPr lang="en-US" b="1">
              <a:latin typeface="Segoe UI"/>
              <a:cs typeface="Segoe U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D50F4F-D4E4-87C9-D8BE-3E18E229D42C}"/>
              </a:ext>
            </a:extLst>
          </p:cNvPr>
          <p:cNvSpPr/>
          <p:nvPr/>
        </p:nvSpPr>
        <p:spPr>
          <a:xfrm>
            <a:off x="839492" y="1827509"/>
            <a:ext cx="3790626" cy="1914686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latin typeface="Segoe UI"/>
                <a:cs typeface="Segoe UI"/>
              </a:rPr>
              <a:t>FASTER ISSUE RESOLUTION: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AI-based prioritization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Reduced response time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Urgent issues highlighted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84A256-033B-180E-F362-CE62C0B7A8F7}"/>
              </a:ext>
            </a:extLst>
          </p:cNvPr>
          <p:cNvSpPr/>
          <p:nvPr/>
        </p:nvSpPr>
        <p:spPr>
          <a:xfrm>
            <a:off x="839492" y="4268491"/>
            <a:ext cx="3790626" cy="1914686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dirty="0">
                <a:latin typeface="Segoe UI"/>
                <a:cs typeface="Segoe UI"/>
              </a:rPr>
              <a:t>CITIZEN ENGAGEMENT :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Easy reporting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Transparent tracking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Builds trust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F09B04-7975-AFE1-8FF9-A2F38602B4F8}"/>
              </a:ext>
            </a:extLst>
          </p:cNvPr>
          <p:cNvSpPr/>
          <p:nvPr/>
        </p:nvSpPr>
        <p:spPr>
          <a:xfrm>
            <a:off x="7568339" y="4268492"/>
            <a:ext cx="3790626" cy="1914686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dirty="0">
                <a:latin typeface="Segoe UI"/>
                <a:cs typeface="Segoe UI"/>
              </a:rPr>
              <a:t>SCALABLE AND FUTURE  - READY: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Ward – to – city expansion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Cloud </a:t>
            </a:r>
            <a:r>
              <a:rPr lang="en-GB" err="1">
                <a:latin typeface="Segoe UI"/>
                <a:cs typeface="Segoe UI"/>
              </a:rPr>
              <a:t>delployment</a:t>
            </a:r>
            <a:endParaRPr lang="en-GB">
              <a:latin typeface="Segoe UI"/>
              <a:cs typeface="Segoe UI"/>
            </a:endParaRP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Adaptable AI models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5689E5-5BAE-483B-4902-79E0C15E1BD3}"/>
              </a:ext>
            </a:extLst>
          </p:cNvPr>
          <p:cNvSpPr/>
          <p:nvPr/>
        </p:nvSpPr>
        <p:spPr>
          <a:xfrm>
            <a:off x="7568339" y="1814593"/>
            <a:ext cx="3790626" cy="1914686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dirty="0">
                <a:latin typeface="Segoe UI"/>
                <a:cs typeface="Segoe UI"/>
              </a:rPr>
              <a:t>DATA – DRIVEN GOVERNANCE: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Real – time dashboard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Trend detection</a:t>
            </a:r>
          </a:p>
          <a:p>
            <a:pPr marL="342900" indent="-342900">
              <a:buAutoNum type="arabicParenR"/>
            </a:pPr>
            <a:r>
              <a:rPr lang="en-GB" dirty="0">
                <a:latin typeface="Segoe UI"/>
                <a:cs typeface="Segoe UI"/>
              </a:rPr>
              <a:t>Smart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428229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C0D4-1ABC-2005-C7CA-449BBADF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68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Segoe UI"/>
                <a:cs typeface="Segoe UI"/>
              </a:rPr>
              <a:t>Implementation Plan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B83433-2041-1BE3-0063-C2BB9ACDC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726209"/>
              </p:ext>
            </p:extLst>
          </p:nvPr>
        </p:nvGraphicFramePr>
        <p:xfrm>
          <a:off x="2912" y="1435892"/>
          <a:ext cx="12184971" cy="5045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841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3ADD-42BF-5B84-8815-1CF6D850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353"/>
            <a:ext cx="10515600" cy="1093650"/>
          </a:xfrm>
        </p:spPr>
        <p:txBody>
          <a:bodyPr>
            <a:normAutofit/>
          </a:bodyPr>
          <a:lstStyle/>
          <a:p>
            <a:pPr algn="ctr"/>
            <a:r>
              <a:rPr lang="en-GB" sz="4600" b="1" dirty="0">
                <a:latin typeface="Segoe UI"/>
                <a:cs typeface="Segoe UI"/>
              </a:rPr>
              <a:t>Future Scope</a:t>
            </a:r>
            <a:endParaRPr lang="en-US" sz="460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B759EA0-535D-636F-5C6A-93B3B3657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349132"/>
              </p:ext>
            </p:extLst>
          </p:nvPr>
        </p:nvGraphicFramePr>
        <p:xfrm>
          <a:off x="-1104" y="1582669"/>
          <a:ext cx="12194207" cy="432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632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CBEE4-222E-80F8-3020-BD073C23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926"/>
          </a:xfrm>
        </p:spPr>
        <p:txBody>
          <a:bodyPr>
            <a:normAutofit/>
          </a:bodyPr>
          <a:lstStyle/>
          <a:p>
            <a:pPr algn="ctr"/>
            <a:r>
              <a:rPr lang="en-GB" sz="4600" b="1" dirty="0">
                <a:latin typeface="Segoe UI"/>
                <a:cs typeface="Segoe UI"/>
              </a:rPr>
              <a:t>Conclusion</a:t>
            </a:r>
            <a:endParaRPr lang="en-US" sz="4600" b="1"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AB02-A5A7-B861-A0E4-EB3104CA8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1063627"/>
            <a:ext cx="12053453" cy="5792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Segoe UI"/>
                <a:cs typeface="Segoe UI"/>
              </a:rPr>
              <a:t>Our Vision:</a:t>
            </a:r>
          </a:p>
          <a:p>
            <a:pPr marL="0" indent="0">
              <a:buNone/>
            </a:pPr>
            <a:r>
              <a:rPr lang="en-GB" sz="2200" b="1" dirty="0">
                <a:latin typeface="Segoe UI"/>
                <a:cs typeface="Segoe UI"/>
              </a:rPr>
              <a:t>  </a:t>
            </a:r>
            <a:r>
              <a:rPr lang="en-GB" sz="2200" dirty="0">
                <a:latin typeface="Segoe UI"/>
                <a:ea typeface="+mn-lt"/>
                <a:cs typeface="Segoe UI"/>
              </a:rPr>
              <a:t>To transform traditional grievance systems into an intelligent, transparent, and data-driven governance ecosystem.</a:t>
            </a:r>
          </a:p>
          <a:p>
            <a:pPr marL="0" indent="0">
              <a:buNone/>
            </a:pPr>
            <a:endParaRPr lang="en-GB" b="1" dirty="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GB" b="1" dirty="0">
                <a:latin typeface="Segoe UI"/>
                <a:cs typeface="Segoe UI"/>
              </a:rPr>
              <a:t>What </a:t>
            </a:r>
            <a:r>
              <a:rPr lang="en-GB" b="1" dirty="0" err="1">
                <a:latin typeface="Segoe UI"/>
                <a:cs typeface="Segoe UI"/>
              </a:rPr>
              <a:t>WardVoice</a:t>
            </a:r>
            <a:r>
              <a:rPr lang="en-GB" b="1" dirty="0">
                <a:latin typeface="Segoe UI"/>
                <a:cs typeface="Segoe UI"/>
              </a:rPr>
              <a:t> AI Achieves: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200" dirty="0">
                <a:latin typeface="Segoe UI"/>
                <a:ea typeface="+mn-lt"/>
                <a:cs typeface="Segoe UI"/>
              </a:rPr>
              <a:t>Converts raw complaints into actionable insights.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200" dirty="0">
                <a:latin typeface="Segoe UI"/>
                <a:ea typeface="+mn-lt"/>
                <a:cs typeface="Segoe UI"/>
              </a:rPr>
              <a:t>Enables faster and smarter administrative decisions.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200" dirty="0">
                <a:latin typeface="Segoe UI"/>
                <a:ea typeface="+mn-lt"/>
                <a:cs typeface="Segoe UI"/>
              </a:rPr>
              <a:t>Strengthens citizen trust and engagement.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200" dirty="0">
                <a:latin typeface="Segoe UI"/>
                <a:ea typeface="+mn-lt"/>
                <a:cs typeface="Segoe UI"/>
              </a:rPr>
              <a:t>Lays foundation for AI-powered smart governance.</a:t>
            </a:r>
          </a:p>
          <a:p>
            <a:pPr marL="0" indent="0" algn="ctr">
              <a:buNone/>
            </a:pPr>
            <a:endParaRPr lang="en-GB" sz="2200" dirty="0">
              <a:latin typeface="Segoe UI"/>
              <a:ea typeface="+mn-lt"/>
              <a:cs typeface="Segoe UI"/>
            </a:endParaRPr>
          </a:p>
          <a:p>
            <a:pPr algn="ctr">
              <a:buNone/>
            </a:pPr>
            <a:r>
              <a:rPr lang="en-GB" sz="2200" b="1" dirty="0">
                <a:latin typeface="Segoe UI"/>
                <a:ea typeface="+mn-lt"/>
                <a:cs typeface="Segoe UI"/>
              </a:rPr>
              <a:t>“From reactive governance to proactive intelligence.”</a:t>
            </a:r>
            <a:endParaRPr lang="en-GB" b="1">
              <a:latin typeface="Segoe UI"/>
              <a:cs typeface="Segoe UI"/>
            </a:endParaRPr>
          </a:p>
          <a:p>
            <a:pPr algn="r">
              <a:buNone/>
            </a:pPr>
            <a:r>
              <a:rPr lang="en-GB" sz="2200" dirty="0">
                <a:latin typeface="Segoe UI"/>
                <a:ea typeface="+mn-lt"/>
                <a:cs typeface="Segoe UI"/>
              </a:rPr>
              <a:t>Thank you .Have a Nice day.</a:t>
            </a:r>
          </a:p>
          <a:p>
            <a:pPr marL="0" indent="0" algn="ctr">
              <a:buNone/>
            </a:pPr>
            <a:endParaRPr lang="en-GB" sz="2200" dirty="0"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1361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WARDVOICE AI- Smart Civic Intelligence Platform </vt:lpstr>
      <vt:lpstr>              Problem Statement</vt:lpstr>
      <vt:lpstr>                   Our Solution</vt:lpstr>
      <vt:lpstr>How It Works – System Workflow</vt:lpstr>
      <vt:lpstr>                    Technology Stack</vt:lpstr>
      <vt:lpstr>System Architecture</vt:lpstr>
      <vt:lpstr>Impact and Benefits of WardVoice AI</vt:lpstr>
      <vt:lpstr>Implementation Plan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911</cp:revision>
  <dcterms:created xsi:type="dcterms:W3CDTF">2026-03-01T05:42:18Z</dcterms:created>
  <dcterms:modified xsi:type="dcterms:W3CDTF">2026-03-01T17:14:42Z</dcterms:modified>
</cp:coreProperties>
</file>