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Presentation Feedback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system that analyzes presentation slides and provides human-like feedback.</a:t>
            </a:r>
          </a:p>
          <a:p>
            <a:pPr/>
            <a:r>
              <a:t>Helps improve clarity, engagement, and overall presentation quality.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presentations contain excessive text and lack clear structure.</a:t>
            </a:r>
          </a:p>
          <a:p>
            <a:pPr/>
            <a:r>
              <a:t>Slides often miss visuals like diagrams, charts, or images.</a:t>
            </a:r>
          </a:p>
          <a:p>
            <a:pPr/>
            <a:r>
              <a:t>Poor slide organization makes presentations difficult to understand.</a:t>
            </a:r>
          </a:p>
          <a:p>
            <a:pPr/>
            <a:r>
              <a:t>Expert feedback is not always available before presenting.</a:t>
            </a:r>
          </a:p>
          <a:p>
            <a:pPr/>
            <a:r>
              <a:t>Presentations fail to communicate ideas effectively.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system that automatically analyzes presentation slides.</a:t>
            </a:r>
          </a:p>
          <a:p>
            <a:pPr/>
            <a:r>
              <a:t>Accepts PPTX and PDF presentation files.</a:t>
            </a:r>
          </a:p>
          <a:p>
            <a:pPr/>
            <a:r>
              <a:t>Extracts slide content and evaluates text structure.</a:t>
            </a:r>
          </a:p>
          <a:p>
            <a:pPr/>
            <a:r>
              <a:t>Provides human-like feedback for improving slide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analyze presentation slides using AI.</a:t>
            </a:r>
          </a:p>
          <a:p>
            <a:pPr/>
            <a:r>
              <a:t>Improve slide readability and content clarity.</a:t>
            </a:r>
          </a:p>
          <a:p>
            <a:pPr/>
            <a:r>
              <a:t>Suggest visual enhancements such as charts or diagrams.</a:t>
            </a:r>
          </a:p>
          <a:p>
            <a:pPr/>
            <a:r>
              <a:t>Enhance audience engagement through better slide design.</a:t>
            </a:r>
          </a:p>
          <a:p>
            <a:pPr/>
            <a:r>
              <a:t>Help users create professional presentations.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presentation files in PPTX or PDF format.</a:t>
            </a:r>
          </a:p>
          <a:p>
            <a:pPr/>
            <a:r>
              <a:t>Extract slide titles, text content, and visual elements.</a:t>
            </a:r>
          </a:p>
          <a:p>
            <a:pPr/>
            <a:r>
              <a:t>Detect excessive text and repetitive content.</a:t>
            </a:r>
          </a:p>
          <a:p>
            <a:pPr/>
            <a:r>
              <a:t>Suggest improvements such as adding visuals or simplifying text.</a:t>
            </a:r>
          </a:p>
          <a:p>
            <a:pPr/>
            <a:r>
              <a:t>Allow slide navigation using Next and Previous options.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built using HTML, CSS, and JavaScript.</a:t>
            </a:r>
          </a:p>
          <a:p>
            <a:pPr/>
            <a:r>
              <a:t>Backend developed using Python Flask framework.</a:t>
            </a:r>
          </a:p>
          <a:p>
            <a:pPr/>
            <a:r>
              <a:t>AI processing performed using OpenAI API.</a:t>
            </a:r>
          </a:p>
          <a:p>
            <a:pPr/>
            <a:r>
              <a:t>Workflow: Upload → Extraction → Analysis → Feedback display.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JavaScript.</a:t>
            </a:r>
          </a:p>
          <a:p>
            <a:pPr/>
            <a:r>
              <a:t>Backend: Python Flask.</a:t>
            </a:r>
          </a:p>
          <a:p>
            <a:pPr/>
            <a:r>
              <a:t>Libraries: python-pptx and pdfplumber.</a:t>
            </a:r>
          </a:p>
          <a:p>
            <a:pPr/>
            <a:r>
              <a:t>AI model: OpenAI API for intelligent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uploads PPT or PDF presentation.</a:t>
            </a:r>
          </a:p>
          <a:p>
            <a:pPr/>
            <a:r>
              <a:t>Backend extracts text and content from slides.</a:t>
            </a:r>
          </a:p>
          <a:p>
            <a:pPr/>
            <a:r>
              <a:t>Each slide analyzed independently.</a:t>
            </a:r>
          </a:p>
          <a:p>
            <a:pPr/>
            <a:r>
              <a:t>AI evaluates clarity and structure.</a:t>
            </a:r>
          </a:p>
          <a:p>
            <a:pPr/>
            <a:r>
              <a:t>Suggestions generated for improvement.</a:t>
            </a:r>
          </a:p>
          <a:p>
            <a:pPr/>
            <a:r>
              <a:t>User navigates slides and reviews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of Concept (TRL 3+)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Prototype supports PPTX and PDF upload.</a:t>
            </a:r>
          </a:p>
          <a:p>
            <a:pPr/>
            <a:r>
              <a:t>Slide text extraction implemented.</a:t>
            </a:r>
          </a:p>
          <a:p>
            <a:pPr/>
            <a:r>
              <a:t>Content sent to AI model for analysis.</a:t>
            </a:r>
          </a:p>
          <a:p>
            <a:pPr/>
            <a:r>
              <a:t>AI generates slide improvement suggestions.</a:t>
            </a:r>
          </a:p>
          <a:p>
            <a:pPr/>
            <a:r>
              <a:t>Results displayed through web interface.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Feedback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 much text → Convert paragraphs into bullet points.</a:t>
            </a:r>
          </a:p>
          <a:p>
            <a:pPr/>
            <a:r>
              <a:t>No visuals → Add diagrams or charts.</a:t>
            </a:r>
          </a:p>
          <a:p>
            <a:pPr/>
            <a:r>
              <a:t>Repetitive content → Merge or simplify slides.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students improve academic presentations.</a:t>
            </a:r>
          </a:p>
          <a:p>
            <a:pPr/>
            <a:r>
              <a:t>Assists researchers in preparing proposals.</a:t>
            </a:r>
          </a:p>
          <a:p>
            <a:pPr/>
            <a:r>
              <a:t>Helps professionals create clearer presentations.</a:t>
            </a:r>
          </a:p>
          <a:p>
            <a:pPr/>
            <a:r>
              <a:t>Saves time compared to manual review.</a:t>
            </a:r>
          </a:p>
          <a:p>
            <a:pPr/>
            <a:r>
              <a:t>Improves communication effectiveness.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slide redesign suggestions.</a:t>
            </a:r>
          </a:p>
          <a:p>
            <a:pPr/>
            <a:r>
              <a:t>AI-based visual layout improvements.</a:t>
            </a:r>
          </a:p>
          <a:p>
            <a:pPr/>
            <a:r>
              <a:t>AI-generated diagrams.</a:t>
            </a:r>
          </a:p>
          <a:p>
            <a:pPr/>
            <a:r>
              <a:t>Speech practice feedback.</a:t>
            </a:r>
          </a:p>
          <a:p>
            <a:pPr/>
            <a:r>
              <a:t>Integration with PowerPoint and Google Slides.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system provides intelligent feedback for slides.</a:t>
            </a:r>
          </a:p>
          <a:p>
            <a:pPr/>
            <a:r>
              <a:t>Helps create clear, engaging, professional presentations.</a:t>
            </a:r>
          </a:p>
          <a:p>
            <a:pPr/>
            <a:r>
              <a:t>Improves communication through automated slide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